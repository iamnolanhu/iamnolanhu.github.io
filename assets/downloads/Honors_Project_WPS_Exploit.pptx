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pn"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Lst>
  <p:sldSz cx="43891200" cy="32918400"/>
  <p:notesSz cx="6858000" cy="9144000"/>
  <p:defaultText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10368">
          <p15:clr>
            <a:srgbClr val="A4A3A4"/>
          </p15:clr>
        </p15:guide>
        <p15:guide id="2" pos="13824">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khargushoghli" initials="k" lastIdx="8" clrIdx="0"/>
  <p:cmAuthor id="1" name="Nolan Hu" initials="NH"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4660"/>
  </p:normalViewPr>
  <p:slideViewPr>
    <p:cSldViewPr>
      <p:cViewPr>
        <p:scale>
          <a:sx n="25" d="100"/>
          <a:sy n="25" d="100"/>
        </p:scale>
        <p:origin x="-492" y="270"/>
      </p:cViewPr>
      <p:guideLst>
        <p:guide orient="horz" pos="10368"/>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commentAuthors" Target="commentAuthors.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10226042"/>
            <a:ext cx="37307520" cy="7056120"/>
          </a:xfrm>
        </p:spPr>
        <p:txBody>
          <a:bodyPr/>
          <a:lstStyle/>
          <a:p>
            <a:r>
              <a:rPr lang="en-US" smtClean="0"/>
              <a:t>Click to edit Master title style</a:t>
            </a:r>
            <a:endParaRPr lang="en-US"/>
          </a:p>
        </p:txBody>
      </p:sp>
      <p:sp>
        <p:nvSpPr>
          <p:cNvPr id="3" name="Subtitle 2"/>
          <p:cNvSpPr>
            <a:spLocks noGrp="1"/>
          </p:cNvSpPr>
          <p:nvPr>
            <p:ph type="subTitle" idx="1"/>
          </p:nvPr>
        </p:nvSpPr>
        <p:spPr>
          <a:xfrm>
            <a:off x="6583680" y="18653760"/>
            <a:ext cx="30723840" cy="8412480"/>
          </a:xfrm>
        </p:spPr>
        <p:txBody>
          <a:bodyPr/>
          <a:lstStyle>
            <a:lvl1pPr marL="0" indent="0" algn="ctr">
              <a:buNone/>
              <a:defRPr>
                <a:solidFill>
                  <a:schemeClr val="tx1">
                    <a:tint val="75000"/>
                  </a:schemeClr>
                </a:solidFill>
              </a:defRPr>
            </a:lvl1pPr>
            <a:lvl2pPr marL="2194560" indent="0" algn="ctr">
              <a:buNone/>
              <a:defRPr>
                <a:solidFill>
                  <a:schemeClr val="tx1">
                    <a:tint val="75000"/>
                  </a:schemeClr>
                </a:solidFill>
              </a:defRPr>
            </a:lvl2pPr>
            <a:lvl3pPr marL="4389120" indent="0" algn="ctr">
              <a:buNone/>
              <a:defRPr>
                <a:solidFill>
                  <a:schemeClr val="tx1">
                    <a:tint val="75000"/>
                  </a:schemeClr>
                </a:solidFill>
              </a:defRPr>
            </a:lvl3pPr>
            <a:lvl4pPr marL="6583680" indent="0" algn="ctr">
              <a:buNone/>
              <a:defRPr>
                <a:solidFill>
                  <a:schemeClr val="tx1">
                    <a:tint val="75000"/>
                  </a:schemeClr>
                </a:solidFill>
              </a:defRPr>
            </a:lvl4pPr>
            <a:lvl5pPr marL="8778240" indent="0" algn="ctr">
              <a:buNone/>
              <a:defRPr>
                <a:solidFill>
                  <a:schemeClr val="tx1">
                    <a:tint val="75000"/>
                  </a:schemeClr>
                </a:solidFill>
              </a:defRPr>
            </a:lvl5pPr>
            <a:lvl6pPr marL="10972800" indent="0" algn="ctr">
              <a:buNone/>
              <a:defRPr>
                <a:solidFill>
                  <a:schemeClr val="tx1">
                    <a:tint val="75000"/>
                  </a:schemeClr>
                </a:solidFill>
              </a:defRPr>
            </a:lvl6pPr>
            <a:lvl7pPr marL="13167360" indent="0" algn="ctr">
              <a:buNone/>
              <a:defRPr>
                <a:solidFill>
                  <a:schemeClr val="tx1">
                    <a:tint val="75000"/>
                  </a:schemeClr>
                </a:solidFill>
              </a:defRPr>
            </a:lvl7pPr>
            <a:lvl8pPr marL="15361920" indent="0" algn="ctr">
              <a:buNone/>
              <a:defRPr>
                <a:solidFill>
                  <a:schemeClr val="tx1">
                    <a:tint val="75000"/>
                  </a:schemeClr>
                </a:solidFill>
              </a:defRPr>
            </a:lvl8pPr>
            <a:lvl9pPr marL="1755648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BEBB6A7-1D51-49C0-AB41-228FF5629CCB}" type="datetimeFigureOut">
              <a:rPr lang="en-US" smtClean="0"/>
              <a:pPr/>
              <a:t>12/9/2013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5F5BCC-2916-4FA5-9FBD-9CE4BCD55AAC}" type="slidenum">
              <a:rPr lang="en-US" smtClean="0"/>
              <a:pPr/>
              <a:t>‹#›</a:t>
            </a:fld>
            <a:endParaRPr lang="en-US"/>
          </a:p>
        </p:txBody>
      </p:sp>
    </p:spTree>
    <p:extLst>
      <p:ext uri="{BB962C8B-B14F-4D97-AF65-F5344CB8AC3E}">
        <p14:creationId xmlns:p14="http://schemas.microsoft.com/office/powerpoint/2010/main" val="37787443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BEBB6A7-1D51-49C0-AB41-228FF5629CCB}" type="datetimeFigureOut">
              <a:rPr lang="en-US" smtClean="0"/>
              <a:pPr/>
              <a:t>12/9/2013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5F5BCC-2916-4FA5-9FBD-9CE4BCD55AAC}" type="slidenum">
              <a:rPr lang="en-US" smtClean="0"/>
              <a:pPr/>
              <a:t>‹#›</a:t>
            </a:fld>
            <a:endParaRPr lang="en-US"/>
          </a:p>
        </p:txBody>
      </p:sp>
    </p:spTree>
    <p:extLst>
      <p:ext uri="{BB962C8B-B14F-4D97-AF65-F5344CB8AC3E}">
        <p14:creationId xmlns:p14="http://schemas.microsoft.com/office/powerpoint/2010/main" val="40460809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2" y="21153122"/>
            <a:ext cx="37307520" cy="6537960"/>
          </a:xfrm>
        </p:spPr>
        <p:txBody>
          <a:bodyPr anchor="t"/>
          <a:lstStyle>
            <a:lvl1pPr algn="l">
              <a:defRPr sz="19200" b="1" cap="all"/>
            </a:lvl1pPr>
          </a:lstStyle>
          <a:p>
            <a:r>
              <a:rPr lang="en-US" smtClean="0"/>
              <a:t>Click to edit Master title style</a:t>
            </a:r>
            <a:endParaRPr lang="en-US"/>
          </a:p>
        </p:txBody>
      </p:sp>
      <p:sp>
        <p:nvSpPr>
          <p:cNvPr id="3" name="Text Placeholder 2"/>
          <p:cNvSpPr>
            <a:spLocks noGrp="1"/>
          </p:cNvSpPr>
          <p:nvPr>
            <p:ph type="body" idx="1"/>
          </p:nvPr>
        </p:nvSpPr>
        <p:spPr>
          <a:xfrm>
            <a:off x="3467102" y="13952225"/>
            <a:ext cx="37307520" cy="7200898"/>
          </a:xfrm>
        </p:spPr>
        <p:txBody>
          <a:bodyPr anchor="b"/>
          <a:lstStyle>
            <a:lvl1pPr marL="0" indent="0">
              <a:buNone/>
              <a:defRPr sz="9600">
                <a:solidFill>
                  <a:schemeClr val="tx1">
                    <a:tint val="75000"/>
                  </a:schemeClr>
                </a:solidFill>
              </a:defRPr>
            </a:lvl1pPr>
            <a:lvl2pPr marL="2194560" indent="0">
              <a:buNone/>
              <a:defRPr sz="8600">
                <a:solidFill>
                  <a:schemeClr val="tx1">
                    <a:tint val="75000"/>
                  </a:schemeClr>
                </a:solidFill>
              </a:defRPr>
            </a:lvl2pPr>
            <a:lvl3pPr marL="4389120" indent="0">
              <a:buNone/>
              <a:defRPr sz="7700">
                <a:solidFill>
                  <a:schemeClr val="tx1">
                    <a:tint val="75000"/>
                  </a:schemeClr>
                </a:solidFill>
              </a:defRPr>
            </a:lvl3pPr>
            <a:lvl4pPr marL="6583680" indent="0">
              <a:buNone/>
              <a:defRPr sz="6700">
                <a:solidFill>
                  <a:schemeClr val="tx1">
                    <a:tint val="75000"/>
                  </a:schemeClr>
                </a:solidFill>
              </a:defRPr>
            </a:lvl4pPr>
            <a:lvl5pPr marL="8778240" indent="0">
              <a:buNone/>
              <a:defRPr sz="6700">
                <a:solidFill>
                  <a:schemeClr val="tx1">
                    <a:tint val="75000"/>
                  </a:schemeClr>
                </a:solidFill>
              </a:defRPr>
            </a:lvl5pPr>
            <a:lvl6pPr marL="10972800" indent="0">
              <a:buNone/>
              <a:defRPr sz="6700">
                <a:solidFill>
                  <a:schemeClr val="tx1">
                    <a:tint val="75000"/>
                  </a:schemeClr>
                </a:solidFill>
              </a:defRPr>
            </a:lvl6pPr>
            <a:lvl7pPr marL="13167360" indent="0">
              <a:buNone/>
              <a:defRPr sz="6700">
                <a:solidFill>
                  <a:schemeClr val="tx1">
                    <a:tint val="75000"/>
                  </a:schemeClr>
                </a:solidFill>
              </a:defRPr>
            </a:lvl7pPr>
            <a:lvl8pPr marL="15361920" indent="0">
              <a:buNone/>
              <a:defRPr sz="6700">
                <a:solidFill>
                  <a:schemeClr val="tx1">
                    <a:tint val="75000"/>
                  </a:schemeClr>
                </a:solidFill>
              </a:defRPr>
            </a:lvl8pPr>
            <a:lvl9pPr marL="17556480" indent="0">
              <a:buNone/>
              <a:defRPr sz="67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BEBB6A7-1D51-49C0-AB41-228FF5629CCB}" type="datetimeFigureOut">
              <a:rPr lang="en-US" smtClean="0"/>
              <a:pPr/>
              <a:t>12/9/2013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5F5BCC-2916-4FA5-9FBD-9CE4BCD55AAC}" type="slidenum">
              <a:rPr lang="en-US" smtClean="0"/>
              <a:pPr/>
              <a:t>‹#›</a:t>
            </a:fld>
            <a:endParaRPr lang="en-US"/>
          </a:p>
        </p:txBody>
      </p:sp>
    </p:spTree>
    <p:extLst>
      <p:ext uri="{BB962C8B-B14F-4D97-AF65-F5344CB8AC3E}">
        <p14:creationId xmlns:p14="http://schemas.microsoft.com/office/powerpoint/2010/main" val="3842693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194560" y="7680963"/>
            <a:ext cx="19385280" cy="21724622"/>
          </a:xfrm>
        </p:spPr>
        <p:txBody>
          <a:bodyPr/>
          <a:lstStyle>
            <a:lvl1pPr>
              <a:defRPr sz="13400"/>
            </a:lvl1pPr>
            <a:lvl2pPr>
              <a:defRPr sz="11500"/>
            </a:lvl2pPr>
            <a:lvl3pPr>
              <a:defRPr sz="9600"/>
            </a:lvl3pPr>
            <a:lvl4pPr>
              <a:defRPr sz="8600"/>
            </a:lvl4pPr>
            <a:lvl5pPr>
              <a:defRPr sz="8600"/>
            </a:lvl5pPr>
            <a:lvl6pPr>
              <a:defRPr sz="8600"/>
            </a:lvl6pPr>
            <a:lvl7pPr>
              <a:defRPr sz="8600"/>
            </a:lvl7pPr>
            <a:lvl8pPr>
              <a:defRPr sz="8600"/>
            </a:lvl8pPr>
            <a:lvl9pPr>
              <a:defRPr sz="8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22311360" y="7680963"/>
            <a:ext cx="19385280" cy="21724622"/>
          </a:xfrm>
        </p:spPr>
        <p:txBody>
          <a:bodyPr/>
          <a:lstStyle>
            <a:lvl1pPr>
              <a:defRPr sz="13400"/>
            </a:lvl1pPr>
            <a:lvl2pPr>
              <a:defRPr sz="11500"/>
            </a:lvl2pPr>
            <a:lvl3pPr>
              <a:defRPr sz="9600"/>
            </a:lvl3pPr>
            <a:lvl4pPr>
              <a:defRPr sz="8600"/>
            </a:lvl4pPr>
            <a:lvl5pPr>
              <a:defRPr sz="8600"/>
            </a:lvl5pPr>
            <a:lvl6pPr>
              <a:defRPr sz="8600"/>
            </a:lvl6pPr>
            <a:lvl7pPr>
              <a:defRPr sz="8600"/>
            </a:lvl7pPr>
            <a:lvl8pPr>
              <a:defRPr sz="8600"/>
            </a:lvl8pPr>
            <a:lvl9pPr>
              <a:defRPr sz="8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BEBB6A7-1D51-49C0-AB41-228FF5629CCB}" type="datetimeFigureOut">
              <a:rPr lang="en-US" smtClean="0"/>
              <a:pPr/>
              <a:t>12/9/2013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75F5BCC-2916-4FA5-9FBD-9CE4BCD55AAC}" type="slidenum">
              <a:rPr lang="en-US" smtClean="0"/>
              <a:pPr/>
              <a:t>‹#›</a:t>
            </a:fld>
            <a:endParaRPr lang="en-US"/>
          </a:p>
        </p:txBody>
      </p:sp>
    </p:spTree>
    <p:extLst>
      <p:ext uri="{BB962C8B-B14F-4D97-AF65-F5344CB8AC3E}">
        <p14:creationId xmlns:p14="http://schemas.microsoft.com/office/powerpoint/2010/main" val="1512373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2194560" y="7368542"/>
            <a:ext cx="19392902" cy="3070858"/>
          </a:xfrm>
        </p:spPr>
        <p:txBody>
          <a:bodyPr anchor="b"/>
          <a:lstStyle>
            <a:lvl1pPr marL="0" indent="0">
              <a:buNone/>
              <a:defRPr sz="11500" b="1"/>
            </a:lvl1pPr>
            <a:lvl2pPr marL="2194560" indent="0">
              <a:buNone/>
              <a:defRPr sz="9600" b="1"/>
            </a:lvl2pPr>
            <a:lvl3pPr marL="4389120" indent="0">
              <a:buNone/>
              <a:defRPr sz="8600" b="1"/>
            </a:lvl3pPr>
            <a:lvl4pPr marL="6583680" indent="0">
              <a:buNone/>
              <a:defRPr sz="7700" b="1"/>
            </a:lvl4pPr>
            <a:lvl5pPr marL="8778240" indent="0">
              <a:buNone/>
              <a:defRPr sz="7700" b="1"/>
            </a:lvl5pPr>
            <a:lvl6pPr marL="10972800" indent="0">
              <a:buNone/>
              <a:defRPr sz="7700" b="1"/>
            </a:lvl6pPr>
            <a:lvl7pPr marL="13167360" indent="0">
              <a:buNone/>
              <a:defRPr sz="7700" b="1"/>
            </a:lvl7pPr>
            <a:lvl8pPr marL="15361920" indent="0">
              <a:buNone/>
              <a:defRPr sz="7700" b="1"/>
            </a:lvl8pPr>
            <a:lvl9pPr marL="17556480" indent="0">
              <a:buNone/>
              <a:defRPr sz="7700" b="1"/>
            </a:lvl9pPr>
          </a:lstStyle>
          <a:p>
            <a:pPr lvl="0"/>
            <a:r>
              <a:rPr lang="en-US" smtClean="0"/>
              <a:t>Click to edit Master text styles</a:t>
            </a:r>
          </a:p>
        </p:txBody>
      </p:sp>
      <p:sp>
        <p:nvSpPr>
          <p:cNvPr id="4" name="Content Placeholder 3"/>
          <p:cNvSpPr>
            <a:spLocks noGrp="1"/>
          </p:cNvSpPr>
          <p:nvPr>
            <p:ph sz="half" idx="2"/>
          </p:nvPr>
        </p:nvSpPr>
        <p:spPr>
          <a:xfrm>
            <a:off x="2194560" y="10439400"/>
            <a:ext cx="19392902" cy="18966182"/>
          </a:xfrm>
        </p:spPr>
        <p:txBody>
          <a:bodyPr/>
          <a:lstStyle>
            <a:lvl1pPr>
              <a:defRPr sz="11500"/>
            </a:lvl1pPr>
            <a:lvl2pPr>
              <a:defRPr sz="9600"/>
            </a:lvl2pPr>
            <a:lvl3pPr>
              <a:defRPr sz="8600"/>
            </a:lvl3pPr>
            <a:lvl4pPr>
              <a:defRPr sz="7700"/>
            </a:lvl4pPr>
            <a:lvl5pPr>
              <a:defRPr sz="7700"/>
            </a:lvl5pPr>
            <a:lvl6pPr>
              <a:defRPr sz="7700"/>
            </a:lvl6pPr>
            <a:lvl7pPr>
              <a:defRPr sz="7700"/>
            </a:lvl7pPr>
            <a:lvl8pPr>
              <a:defRPr sz="7700"/>
            </a:lvl8pPr>
            <a:lvl9pPr>
              <a:defRPr sz="77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22296122" y="7368542"/>
            <a:ext cx="19400520" cy="3070858"/>
          </a:xfrm>
        </p:spPr>
        <p:txBody>
          <a:bodyPr anchor="b"/>
          <a:lstStyle>
            <a:lvl1pPr marL="0" indent="0">
              <a:buNone/>
              <a:defRPr sz="11500" b="1"/>
            </a:lvl1pPr>
            <a:lvl2pPr marL="2194560" indent="0">
              <a:buNone/>
              <a:defRPr sz="9600" b="1"/>
            </a:lvl2pPr>
            <a:lvl3pPr marL="4389120" indent="0">
              <a:buNone/>
              <a:defRPr sz="8600" b="1"/>
            </a:lvl3pPr>
            <a:lvl4pPr marL="6583680" indent="0">
              <a:buNone/>
              <a:defRPr sz="7700" b="1"/>
            </a:lvl4pPr>
            <a:lvl5pPr marL="8778240" indent="0">
              <a:buNone/>
              <a:defRPr sz="7700" b="1"/>
            </a:lvl5pPr>
            <a:lvl6pPr marL="10972800" indent="0">
              <a:buNone/>
              <a:defRPr sz="7700" b="1"/>
            </a:lvl6pPr>
            <a:lvl7pPr marL="13167360" indent="0">
              <a:buNone/>
              <a:defRPr sz="7700" b="1"/>
            </a:lvl7pPr>
            <a:lvl8pPr marL="15361920" indent="0">
              <a:buNone/>
              <a:defRPr sz="7700" b="1"/>
            </a:lvl8pPr>
            <a:lvl9pPr marL="17556480" indent="0">
              <a:buNone/>
              <a:defRPr sz="7700" b="1"/>
            </a:lvl9pPr>
          </a:lstStyle>
          <a:p>
            <a:pPr lvl="0"/>
            <a:r>
              <a:rPr lang="en-US" smtClean="0"/>
              <a:t>Click to edit Master text styles</a:t>
            </a:r>
          </a:p>
        </p:txBody>
      </p:sp>
      <p:sp>
        <p:nvSpPr>
          <p:cNvPr id="6" name="Content Placeholder 5"/>
          <p:cNvSpPr>
            <a:spLocks noGrp="1"/>
          </p:cNvSpPr>
          <p:nvPr>
            <p:ph sz="quarter" idx="4"/>
          </p:nvPr>
        </p:nvSpPr>
        <p:spPr>
          <a:xfrm>
            <a:off x="22296122" y="10439400"/>
            <a:ext cx="19400520" cy="18966182"/>
          </a:xfrm>
        </p:spPr>
        <p:txBody>
          <a:bodyPr/>
          <a:lstStyle>
            <a:lvl1pPr>
              <a:defRPr sz="11500"/>
            </a:lvl1pPr>
            <a:lvl2pPr>
              <a:defRPr sz="9600"/>
            </a:lvl2pPr>
            <a:lvl3pPr>
              <a:defRPr sz="8600"/>
            </a:lvl3pPr>
            <a:lvl4pPr>
              <a:defRPr sz="7700"/>
            </a:lvl4pPr>
            <a:lvl5pPr>
              <a:defRPr sz="7700"/>
            </a:lvl5pPr>
            <a:lvl6pPr>
              <a:defRPr sz="7700"/>
            </a:lvl6pPr>
            <a:lvl7pPr>
              <a:defRPr sz="7700"/>
            </a:lvl7pPr>
            <a:lvl8pPr>
              <a:defRPr sz="7700"/>
            </a:lvl8pPr>
            <a:lvl9pPr>
              <a:defRPr sz="77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BEBB6A7-1D51-49C0-AB41-228FF5629CCB}" type="datetimeFigureOut">
              <a:rPr lang="en-US" smtClean="0"/>
              <a:pPr/>
              <a:t>12/9/2013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75F5BCC-2916-4FA5-9FBD-9CE4BCD55AAC}" type="slidenum">
              <a:rPr lang="en-US" smtClean="0"/>
              <a:pPr/>
              <a:t>‹#›</a:t>
            </a:fld>
            <a:endParaRPr lang="en-US"/>
          </a:p>
        </p:txBody>
      </p:sp>
    </p:spTree>
    <p:extLst>
      <p:ext uri="{BB962C8B-B14F-4D97-AF65-F5344CB8AC3E}">
        <p14:creationId xmlns:p14="http://schemas.microsoft.com/office/powerpoint/2010/main" val="42562471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BEBB6A7-1D51-49C0-AB41-228FF5629CCB}" type="datetimeFigureOut">
              <a:rPr lang="en-US" smtClean="0"/>
              <a:pPr/>
              <a:t>12/9/2013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75F5BCC-2916-4FA5-9FBD-9CE4BCD55AAC}" type="slidenum">
              <a:rPr lang="en-US" smtClean="0"/>
              <a:pPr/>
              <a:t>‹#›</a:t>
            </a:fld>
            <a:endParaRPr lang="en-US"/>
          </a:p>
        </p:txBody>
      </p:sp>
    </p:spTree>
    <p:extLst>
      <p:ext uri="{BB962C8B-B14F-4D97-AF65-F5344CB8AC3E}">
        <p14:creationId xmlns:p14="http://schemas.microsoft.com/office/powerpoint/2010/main" val="2869454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BEBB6A7-1D51-49C0-AB41-228FF5629CCB}" type="datetimeFigureOut">
              <a:rPr lang="en-US" smtClean="0"/>
              <a:pPr/>
              <a:t>12/9/2013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75F5BCC-2916-4FA5-9FBD-9CE4BCD55AAC}" type="slidenum">
              <a:rPr lang="en-US" smtClean="0"/>
              <a:pPr/>
              <a:t>‹#›</a:t>
            </a:fld>
            <a:endParaRPr lang="en-US"/>
          </a:p>
        </p:txBody>
      </p:sp>
    </p:spTree>
    <p:extLst>
      <p:ext uri="{BB962C8B-B14F-4D97-AF65-F5344CB8AC3E}">
        <p14:creationId xmlns:p14="http://schemas.microsoft.com/office/powerpoint/2010/main" val="20164123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3" y="1310640"/>
            <a:ext cx="14439902" cy="5577840"/>
          </a:xfrm>
        </p:spPr>
        <p:txBody>
          <a:bodyPr anchor="b"/>
          <a:lstStyle>
            <a:lvl1pPr algn="l">
              <a:defRPr sz="9600" b="1"/>
            </a:lvl1pPr>
          </a:lstStyle>
          <a:p>
            <a:r>
              <a:rPr lang="en-US" smtClean="0"/>
              <a:t>Click to edit Master title style</a:t>
            </a:r>
            <a:endParaRPr lang="en-US"/>
          </a:p>
        </p:txBody>
      </p:sp>
      <p:sp>
        <p:nvSpPr>
          <p:cNvPr id="3" name="Content Placeholder 2"/>
          <p:cNvSpPr>
            <a:spLocks noGrp="1"/>
          </p:cNvSpPr>
          <p:nvPr>
            <p:ph idx="1"/>
          </p:nvPr>
        </p:nvSpPr>
        <p:spPr>
          <a:xfrm>
            <a:off x="17160240" y="1310643"/>
            <a:ext cx="24536400" cy="28094942"/>
          </a:xfrm>
        </p:spPr>
        <p:txBody>
          <a:bodyPr/>
          <a:lstStyle>
            <a:lvl1pPr>
              <a:defRPr sz="15400"/>
            </a:lvl1pPr>
            <a:lvl2pPr>
              <a:defRPr sz="13400"/>
            </a:lvl2pPr>
            <a:lvl3pPr>
              <a:defRPr sz="11500"/>
            </a:lvl3pPr>
            <a:lvl4pPr>
              <a:defRPr sz="9600"/>
            </a:lvl4pPr>
            <a:lvl5pPr>
              <a:defRPr sz="9600"/>
            </a:lvl5pPr>
            <a:lvl6pPr>
              <a:defRPr sz="9600"/>
            </a:lvl6pPr>
            <a:lvl7pPr>
              <a:defRPr sz="9600"/>
            </a:lvl7pPr>
            <a:lvl8pPr>
              <a:defRPr sz="9600"/>
            </a:lvl8pPr>
            <a:lvl9pPr>
              <a:defRPr sz="9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2194563" y="6888483"/>
            <a:ext cx="14439902" cy="22517102"/>
          </a:xfrm>
        </p:spPr>
        <p:txBody>
          <a:bodyPr/>
          <a:lstStyle>
            <a:lvl1pPr marL="0" indent="0">
              <a:buNone/>
              <a:defRPr sz="6700"/>
            </a:lvl1pPr>
            <a:lvl2pPr marL="2194560" indent="0">
              <a:buNone/>
              <a:defRPr sz="5800"/>
            </a:lvl2pPr>
            <a:lvl3pPr marL="4389120" indent="0">
              <a:buNone/>
              <a:defRPr sz="4800"/>
            </a:lvl3pPr>
            <a:lvl4pPr marL="6583680" indent="0">
              <a:buNone/>
              <a:defRPr sz="4300"/>
            </a:lvl4pPr>
            <a:lvl5pPr marL="8778240" indent="0">
              <a:buNone/>
              <a:defRPr sz="4300"/>
            </a:lvl5pPr>
            <a:lvl6pPr marL="10972800" indent="0">
              <a:buNone/>
              <a:defRPr sz="4300"/>
            </a:lvl6pPr>
            <a:lvl7pPr marL="13167360" indent="0">
              <a:buNone/>
              <a:defRPr sz="4300"/>
            </a:lvl7pPr>
            <a:lvl8pPr marL="15361920" indent="0">
              <a:buNone/>
              <a:defRPr sz="4300"/>
            </a:lvl8pPr>
            <a:lvl9pPr marL="17556480" indent="0">
              <a:buNone/>
              <a:defRPr sz="43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BEBB6A7-1D51-49C0-AB41-228FF5629CCB}" type="datetimeFigureOut">
              <a:rPr lang="en-US" smtClean="0"/>
              <a:pPr/>
              <a:t>12/9/2013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75F5BCC-2916-4FA5-9FBD-9CE4BCD55AAC}" type="slidenum">
              <a:rPr lang="en-US" smtClean="0"/>
              <a:pPr/>
              <a:t>‹#›</a:t>
            </a:fld>
            <a:endParaRPr lang="en-US"/>
          </a:p>
        </p:txBody>
      </p:sp>
    </p:spTree>
    <p:extLst>
      <p:ext uri="{BB962C8B-B14F-4D97-AF65-F5344CB8AC3E}">
        <p14:creationId xmlns:p14="http://schemas.microsoft.com/office/powerpoint/2010/main" val="17686428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982" y="23042880"/>
            <a:ext cx="26334720" cy="2720342"/>
          </a:xfrm>
        </p:spPr>
        <p:txBody>
          <a:bodyPr anchor="b"/>
          <a:lstStyle>
            <a:lvl1pPr algn="l">
              <a:defRPr sz="9600" b="1"/>
            </a:lvl1pPr>
          </a:lstStyle>
          <a:p>
            <a:r>
              <a:rPr lang="en-US" smtClean="0"/>
              <a:t>Click to edit Master title style</a:t>
            </a:r>
            <a:endParaRPr lang="en-US"/>
          </a:p>
        </p:txBody>
      </p:sp>
      <p:sp>
        <p:nvSpPr>
          <p:cNvPr id="3" name="Picture Placeholder 2"/>
          <p:cNvSpPr>
            <a:spLocks noGrp="1"/>
          </p:cNvSpPr>
          <p:nvPr>
            <p:ph type="pic" idx="1"/>
          </p:nvPr>
        </p:nvSpPr>
        <p:spPr>
          <a:xfrm>
            <a:off x="8602982" y="2941320"/>
            <a:ext cx="26334720" cy="19751040"/>
          </a:xfrm>
        </p:spPr>
        <p:txBody>
          <a:bodyPr/>
          <a:lstStyle>
            <a:lvl1pPr marL="0" indent="0">
              <a:buNone/>
              <a:defRPr sz="15400"/>
            </a:lvl1pPr>
            <a:lvl2pPr marL="2194560" indent="0">
              <a:buNone/>
              <a:defRPr sz="13400"/>
            </a:lvl2pPr>
            <a:lvl3pPr marL="4389120" indent="0">
              <a:buNone/>
              <a:defRPr sz="1150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endParaRPr lang="en-US"/>
          </a:p>
        </p:txBody>
      </p:sp>
      <p:sp>
        <p:nvSpPr>
          <p:cNvPr id="4" name="Text Placeholder 3"/>
          <p:cNvSpPr>
            <a:spLocks noGrp="1"/>
          </p:cNvSpPr>
          <p:nvPr>
            <p:ph type="body" sz="half" idx="2"/>
          </p:nvPr>
        </p:nvSpPr>
        <p:spPr>
          <a:xfrm>
            <a:off x="8602982" y="25763222"/>
            <a:ext cx="26334720" cy="3863338"/>
          </a:xfrm>
        </p:spPr>
        <p:txBody>
          <a:bodyPr/>
          <a:lstStyle>
            <a:lvl1pPr marL="0" indent="0">
              <a:buNone/>
              <a:defRPr sz="6700"/>
            </a:lvl1pPr>
            <a:lvl2pPr marL="2194560" indent="0">
              <a:buNone/>
              <a:defRPr sz="5800"/>
            </a:lvl2pPr>
            <a:lvl3pPr marL="4389120" indent="0">
              <a:buNone/>
              <a:defRPr sz="4800"/>
            </a:lvl3pPr>
            <a:lvl4pPr marL="6583680" indent="0">
              <a:buNone/>
              <a:defRPr sz="4300"/>
            </a:lvl4pPr>
            <a:lvl5pPr marL="8778240" indent="0">
              <a:buNone/>
              <a:defRPr sz="4300"/>
            </a:lvl5pPr>
            <a:lvl6pPr marL="10972800" indent="0">
              <a:buNone/>
              <a:defRPr sz="4300"/>
            </a:lvl6pPr>
            <a:lvl7pPr marL="13167360" indent="0">
              <a:buNone/>
              <a:defRPr sz="4300"/>
            </a:lvl7pPr>
            <a:lvl8pPr marL="15361920" indent="0">
              <a:buNone/>
              <a:defRPr sz="4300"/>
            </a:lvl8pPr>
            <a:lvl9pPr marL="17556480" indent="0">
              <a:buNone/>
              <a:defRPr sz="43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BEBB6A7-1D51-49C0-AB41-228FF5629CCB}" type="datetimeFigureOut">
              <a:rPr lang="en-US" smtClean="0"/>
              <a:pPr/>
              <a:t>12/9/2013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75F5BCC-2916-4FA5-9FBD-9CE4BCD55AAC}" type="slidenum">
              <a:rPr lang="en-US" smtClean="0"/>
              <a:pPr/>
              <a:t>‹#›</a:t>
            </a:fld>
            <a:endParaRPr lang="en-US"/>
          </a:p>
        </p:txBody>
      </p:sp>
    </p:spTree>
    <p:extLst>
      <p:ext uri="{BB962C8B-B14F-4D97-AF65-F5344CB8AC3E}">
        <p14:creationId xmlns:p14="http://schemas.microsoft.com/office/powerpoint/2010/main" val="26342893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BEBB6A7-1D51-49C0-AB41-228FF5629CCB}" type="datetimeFigureOut">
              <a:rPr lang="en-US" smtClean="0"/>
              <a:pPr/>
              <a:t>12/9/2013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5F5BCC-2916-4FA5-9FBD-9CE4BCD55AAC}" type="slidenum">
              <a:rPr lang="en-US" smtClean="0"/>
              <a:pPr/>
              <a:t>‹#›</a:t>
            </a:fld>
            <a:endParaRPr lang="en-US"/>
          </a:p>
        </p:txBody>
      </p:sp>
    </p:spTree>
    <p:extLst>
      <p:ext uri="{BB962C8B-B14F-4D97-AF65-F5344CB8AC3E}">
        <p14:creationId xmlns:p14="http://schemas.microsoft.com/office/powerpoint/2010/main" val="7339847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821120" y="1318265"/>
            <a:ext cx="9875520" cy="2808732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2194560" y="1318265"/>
            <a:ext cx="28895040" cy="2808732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BEBB6A7-1D51-49C0-AB41-228FF5629CCB}" type="datetimeFigureOut">
              <a:rPr lang="en-US" smtClean="0"/>
              <a:pPr/>
              <a:t>12/9/2013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5F5BCC-2916-4FA5-9FBD-9CE4BCD55AAC}" type="slidenum">
              <a:rPr lang="en-US" smtClean="0"/>
              <a:pPr/>
              <a:t>‹#›</a:t>
            </a:fld>
            <a:endParaRPr lang="en-US"/>
          </a:p>
        </p:txBody>
      </p:sp>
    </p:spTree>
    <p:extLst>
      <p:ext uri="{BB962C8B-B14F-4D97-AF65-F5344CB8AC3E}">
        <p14:creationId xmlns:p14="http://schemas.microsoft.com/office/powerpoint/2010/main" val="20072094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94560" y="1318262"/>
            <a:ext cx="39502080" cy="5486400"/>
          </a:xfrm>
          <a:prstGeom prst="rect">
            <a:avLst/>
          </a:prstGeom>
        </p:spPr>
        <p:txBody>
          <a:bodyPr vert="horz" lIns="438912" tIns="219456" rIns="438912" bIns="219456"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2194560" y="7680963"/>
            <a:ext cx="39502080" cy="21724622"/>
          </a:xfrm>
          <a:prstGeom prst="rect">
            <a:avLst/>
          </a:prstGeom>
        </p:spPr>
        <p:txBody>
          <a:bodyPr vert="horz" lIns="438912" tIns="219456" rIns="438912" bIns="219456"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2194560" y="30510482"/>
            <a:ext cx="10241280" cy="1752600"/>
          </a:xfrm>
          <a:prstGeom prst="rect">
            <a:avLst/>
          </a:prstGeom>
        </p:spPr>
        <p:txBody>
          <a:bodyPr vert="horz" lIns="438912" tIns="219456" rIns="438912" bIns="219456" rtlCol="0" anchor="ctr"/>
          <a:lstStyle>
            <a:lvl1pPr algn="l">
              <a:defRPr sz="5800">
                <a:solidFill>
                  <a:schemeClr val="tx1">
                    <a:tint val="75000"/>
                  </a:schemeClr>
                </a:solidFill>
              </a:defRPr>
            </a:lvl1pPr>
          </a:lstStyle>
          <a:p>
            <a:fld id="{4BEBB6A7-1D51-49C0-AB41-228FF5629CCB}" type="datetimeFigureOut">
              <a:rPr lang="en-US" smtClean="0"/>
              <a:pPr/>
              <a:t>12/9/2013</a:t>
            </a:fld>
            <a:endParaRPr lang="en-US"/>
          </a:p>
        </p:txBody>
      </p:sp>
      <p:sp>
        <p:nvSpPr>
          <p:cNvPr id="5" name="Footer Placeholder 4"/>
          <p:cNvSpPr>
            <a:spLocks noGrp="1"/>
          </p:cNvSpPr>
          <p:nvPr>
            <p:ph type="ftr" sz="quarter" idx="3"/>
          </p:nvPr>
        </p:nvSpPr>
        <p:spPr>
          <a:xfrm>
            <a:off x="14996160" y="30510482"/>
            <a:ext cx="13898880" cy="1752600"/>
          </a:xfrm>
          <a:prstGeom prst="rect">
            <a:avLst/>
          </a:prstGeom>
        </p:spPr>
        <p:txBody>
          <a:bodyPr vert="horz" lIns="438912" tIns="219456" rIns="438912" bIns="219456" rtlCol="0" anchor="ctr"/>
          <a:lstStyle>
            <a:lvl1pPr algn="ctr">
              <a:defRPr sz="5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1455360" y="30510482"/>
            <a:ext cx="10241280" cy="1752600"/>
          </a:xfrm>
          <a:prstGeom prst="rect">
            <a:avLst/>
          </a:prstGeom>
        </p:spPr>
        <p:txBody>
          <a:bodyPr vert="horz" lIns="438912" tIns="219456" rIns="438912" bIns="219456" rtlCol="0" anchor="ctr"/>
          <a:lstStyle>
            <a:lvl1pPr algn="r">
              <a:defRPr sz="5800">
                <a:solidFill>
                  <a:schemeClr val="tx1">
                    <a:tint val="75000"/>
                  </a:schemeClr>
                </a:solidFill>
              </a:defRPr>
            </a:lvl1pPr>
          </a:lstStyle>
          <a:p>
            <a:fld id="{775F5BCC-2916-4FA5-9FBD-9CE4BCD55AAC}" type="slidenum">
              <a:rPr lang="en-US" smtClean="0"/>
              <a:pPr/>
              <a:t>‹#›</a:t>
            </a:fld>
            <a:endParaRPr lang="en-US"/>
          </a:p>
        </p:txBody>
      </p:sp>
    </p:spTree>
    <p:extLst>
      <p:ext uri="{BB962C8B-B14F-4D97-AF65-F5344CB8AC3E}">
        <p14:creationId xmlns:p14="http://schemas.microsoft.com/office/powerpoint/2010/main" val="42848137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389120" rtl="0" eaLnBrk="1" latinLnBrk="0" hangingPunct="1">
        <a:spcBef>
          <a:spcPct val="0"/>
        </a:spcBef>
        <a:buNone/>
        <a:defRPr sz="21100" kern="1200">
          <a:solidFill>
            <a:schemeClr val="tx1"/>
          </a:solidFill>
          <a:latin typeface="+mj-lt"/>
          <a:ea typeface="+mj-ea"/>
          <a:cs typeface="+mj-cs"/>
        </a:defRPr>
      </a:lvl1pPr>
    </p:titleStyle>
    <p:bodyStyle>
      <a:lvl1pPr marL="1645920" indent="-1645920" algn="l" defTabSz="4389120" rtl="0" eaLnBrk="1" latinLnBrk="0" hangingPunct="1">
        <a:spcBef>
          <a:spcPct val="20000"/>
        </a:spcBef>
        <a:buFont typeface="Arial" panose="020B0604020202020204" pitchFamily="34" charset="0"/>
        <a:buChar char="•"/>
        <a:defRPr sz="15400" kern="1200">
          <a:solidFill>
            <a:schemeClr val="tx1"/>
          </a:solidFill>
          <a:latin typeface="+mn-lt"/>
          <a:ea typeface="+mn-ea"/>
          <a:cs typeface="+mn-cs"/>
        </a:defRPr>
      </a:lvl1pPr>
      <a:lvl2pPr marL="3566160" indent="-1371600" algn="l" defTabSz="4389120" rtl="0" eaLnBrk="1" latinLnBrk="0" hangingPunct="1">
        <a:spcBef>
          <a:spcPct val="20000"/>
        </a:spcBef>
        <a:buFont typeface="Arial" panose="020B0604020202020204" pitchFamily="34" charset="0"/>
        <a:buChar char="–"/>
        <a:defRPr sz="13400" kern="1200">
          <a:solidFill>
            <a:schemeClr val="tx1"/>
          </a:solidFill>
          <a:latin typeface="+mn-lt"/>
          <a:ea typeface="+mn-ea"/>
          <a:cs typeface="+mn-cs"/>
        </a:defRPr>
      </a:lvl2pPr>
      <a:lvl3pPr marL="5486400" indent="-1097280" algn="l" defTabSz="4389120" rtl="0" eaLnBrk="1" latinLnBrk="0" hangingPunct="1">
        <a:spcBef>
          <a:spcPct val="20000"/>
        </a:spcBef>
        <a:buFont typeface="Arial" panose="020B0604020202020204" pitchFamily="34" charset="0"/>
        <a:buChar char="•"/>
        <a:defRPr sz="11500" kern="1200">
          <a:solidFill>
            <a:schemeClr val="tx1"/>
          </a:solidFill>
          <a:latin typeface="+mn-lt"/>
          <a:ea typeface="+mn-ea"/>
          <a:cs typeface="+mn-cs"/>
        </a:defRPr>
      </a:lvl3pPr>
      <a:lvl4pPr marL="7680960" indent="-1097280" algn="l" defTabSz="4389120"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4pPr>
      <a:lvl5pPr marL="9875520" indent="-1097280" algn="l" defTabSz="4389120"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5pPr>
      <a:lvl6pPr marL="12070080" indent="-1097280" algn="l" defTabSz="4389120"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6pPr>
      <a:lvl7pPr marL="14264640" indent="-1097280" algn="l" defTabSz="4389120"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7pPr>
      <a:lvl8pPr marL="16459200" indent="-1097280" algn="l" defTabSz="4389120"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8pPr>
      <a:lvl9pPr marL="18653760" indent="-1097280" algn="l" defTabSz="4389120"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9pPr>
    </p:bodyStyle>
    <p:other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i1.ytimg.com/vi/yz_mOca2-VE/maxresdefault.jpg" TargetMode="External"/><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ounded Rectangle 4"/>
          <p:cNvSpPr/>
          <p:nvPr/>
        </p:nvSpPr>
        <p:spPr bwMode="auto">
          <a:xfrm>
            <a:off x="1752600" y="1569843"/>
            <a:ext cx="40233600" cy="3899646"/>
          </a:xfrm>
          <a:prstGeom prst="roundRect">
            <a:avLst/>
          </a:prstGeom>
          <a:solidFill>
            <a:srgbClr val="FFFFFF"/>
          </a:solidFill>
          <a:ln w="9525" cap="flat" cmpd="sng" algn="ctr">
            <a:solidFill>
              <a:srgbClr val="000000"/>
            </a:solidFill>
            <a:prstDash val="solid"/>
            <a:round/>
            <a:headEnd type="none" w="med" len="med"/>
            <a:tailEnd type="none" w="med" len="med"/>
          </a:ln>
          <a:effectLst>
            <a:outerShdw blurRad="50800" dist="38100" dir="2700000" algn="tl" rotWithShape="0">
              <a:prstClr val="black">
                <a:alpha val="40000"/>
              </a:prstClr>
            </a:outerShdw>
          </a:effectLst>
        </p:spPr>
        <p:txBody>
          <a:bodyPr/>
          <a:lstStyle>
            <a:lvl1pPr defTabSz="3814763">
              <a:defRPr sz="10000">
                <a:solidFill>
                  <a:schemeClr val="tx1"/>
                </a:solidFill>
                <a:latin typeface="Times New Roman" pitchFamily="18" charset="0"/>
                <a:cs typeface="Arial" charset="0"/>
              </a:defRPr>
            </a:lvl1pPr>
            <a:lvl2pPr marL="742950" indent="-285750" defTabSz="3814763">
              <a:defRPr sz="10000">
                <a:solidFill>
                  <a:schemeClr val="tx1"/>
                </a:solidFill>
                <a:latin typeface="Times New Roman" pitchFamily="18" charset="0"/>
                <a:cs typeface="Arial" charset="0"/>
              </a:defRPr>
            </a:lvl2pPr>
            <a:lvl3pPr marL="1143000" indent="-228600" defTabSz="3814763">
              <a:defRPr sz="10000">
                <a:solidFill>
                  <a:schemeClr val="tx1"/>
                </a:solidFill>
                <a:latin typeface="Times New Roman" pitchFamily="18" charset="0"/>
                <a:cs typeface="Arial" charset="0"/>
              </a:defRPr>
            </a:lvl3pPr>
            <a:lvl4pPr marL="1600200" indent="-228600" defTabSz="3814763">
              <a:defRPr sz="10000">
                <a:solidFill>
                  <a:schemeClr val="tx1"/>
                </a:solidFill>
                <a:latin typeface="Times New Roman" pitchFamily="18" charset="0"/>
                <a:cs typeface="Arial" charset="0"/>
              </a:defRPr>
            </a:lvl4pPr>
            <a:lvl5pPr marL="2057400" indent="-228600" defTabSz="3814763">
              <a:defRPr sz="10000">
                <a:solidFill>
                  <a:schemeClr val="tx1"/>
                </a:solidFill>
                <a:latin typeface="Times New Roman" pitchFamily="18" charset="0"/>
                <a:cs typeface="Arial" charset="0"/>
              </a:defRPr>
            </a:lvl5pPr>
            <a:lvl6pPr marL="2514600" indent="-228600" defTabSz="3814763" fontAlgn="base">
              <a:spcBef>
                <a:spcPct val="0"/>
              </a:spcBef>
              <a:spcAft>
                <a:spcPct val="0"/>
              </a:spcAft>
              <a:defRPr sz="10000">
                <a:solidFill>
                  <a:schemeClr val="tx1"/>
                </a:solidFill>
                <a:latin typeface="Times New Roman" pitchFamily="18" charset="0"/>
                <a:cs typeface="Arial" charset="0"/>
              </a:defRPr>
            </a:lvl6pPr>
            <a:lvl7pPr marL="2971800" indent="-228600" defTabSz="3814763" fontAlgn="base">
              <a:spcBef>
                <a:spcPct val="0"/>
              </a:spcBef>
              <a:spcAft>
                <a:spcPct val="0"/>
              </a:spcAft>
              <a:defRPr sz="10000">
                <a:solidFill>
                  <a:schemeClr val="tx1"/>
                </a:solidFill>
                <a:latin typeface="Times New Roman" pitchFamily="18" charset="0"/>
                <a:cs typeface="Arial" charset="0"/>
              </a:defRPr>
            </a:lvl7pPr>
            <a:lvl8pPr marL="3429000" indent="-228600" defTabSz="3814763" fontAlgn="base">
              <a:spcBef>
                <a:spcPct val="0"/>
              </a:spcBef>
              <a:spcAft>
                <a:spcPct val="0"/>
              </a:spcAft>
              <a:defRPr sz="10000">
                <a:solidFill>
                  <a:schemeClr val="tx1"/>
                </a:solidFill>
                <a:latin typeface="Times New Roman" pitchFamily="18" charset="0"/>
                <a:cs typeface="Arial" charset="0"/>
              </a:defRPr>
            </a:lvl8pPr>
            <a:lvl9pPr marL="3886200" indent="-228600" defTabSz="3814763" fontAlgn="base">
              <a:spcBef>
                <a:spcPct val="0"/>
              </a:spcBef>
              <a:spcAft>
                <a:spcPct val="0"/>
              </a:spcAft>
              <a:defRPr sz="10000">
                <a:solidFill>
                  <a:schemeClr val="tx1"/>
                </a:solidFill>
                <a:latin typeface="Times New Roman" pitchFamily="18" charset="0"/>
                <a:cs typeface="Arial" charset="0"/>
              </a:defRPr>
            </a:lvl9pPr>
          </a:lstStyle>
          <a:p>
            <a:pPr marL="0" marR="0" lvl="0" indent="0" defTabSz="3814763" eaLnBrk="1" fontAlgn="base" latinLnBrk="0" hangingPunct="1">
              <a:lnSpc>
                <a:spcPct val="100000"/>
              </a:lnSpc>
              <a:spcBef>
                <a:spcPct val="0"/>
              </a:spcBef>
              <a:spcAft>
                <a:spcPct val="0"/>
              </a:spcAft>
              <a:buClrTx/>
              <a:buSzTx/>
              <a:buFontTx/>
              <a:buNone/>
              <a:tabLst/>
              <a:defRPr/>
            </a:pPr>
            <a:endParaRPr kumimoji="0" lang="en-US" altLang="en-US" sz="10000" b="0" i="0" u="none" strike="noStrike" kern="0" cap="none" spc="0" normalizeH="0" baseline="0" noProof="0" smtClean="0">
              <a:ln>
                <a:noFill/>
              </a:ln>
              <a:solidFill>
                <a:srgbClr val="000000"/>
              </a:solidFill>
              <a:effectLst/>
              <a:uLnTx/>
              <a:uFillTx/>
              <a:latin typeface="Times New Roman" pitchFamily="18" charset="0"/>
              <a:cs typeface="Arial" charset="0"/>
            </a:endParaRPr>
          </a:p>
        </p:txBody>
      </p:sp>
      <p:sp>
        <p:nvSpPr>
          <p:cNvPr id="2" name="TextBox 1"/>
          <p:cNvSpPr txBox="1"/>
          <p:nvPr/>
        </p:nvSpPr>
        <p:spPr>
          <a:xfrm>
            <a:off x="6934200" y="2086953"/>
            <a:ext cx="28651200" cy="2862322"/>
          </a:xfrm>
          <a:prstGeom prst="rect">
            <a:avLst/>
          </a:prstGeom>
          <a:noFill/>
        </p:spPr>
        <p:txBody>
          <a:bodyPr wrap="square" rtlCol="0">
            <a:spAutoFit/>
          </a:bodyPr>
          <a:lstStyle/>
          <a:p>
            <a:pPr algn="ctr"/>
            <a:r>
              <a:rPr lang="en-US" sz="7200" dirty="0" smtClean="0">
                <a:latin typeface="Tahoma" panose="020B0604030504040204" pitchFamily="34" charset="0"/>
                <a:ea typeface="Tahoma" panose="020B0604030504040204" pitchFamily="34" charset="0"/>
                <a:cs typeface="Tahoma" panose="020B0604030504040204" pitchFamily="34" charset="0"/>
              </a:rPr>
              <a:t>Wi-Fi Protected Setup (WPS) Exploit</a:t>
            </a:r>
          </a:p>
          <a:p>
            <a:pPr algn="ctr"/>
            <a:r>
              <a:rPr lang="en-US" sz="5400" dirty="0" smtClean="0">
                <a:latin typeface="Tahoma" panose="020B0604030504040204" pitchFamily="34" charset="0"/>
                <a:ea typeface="Tahoma" panose="020B0604030504040204" pitchFamily="34" charset="0"/>
                <a:cs typeface="Tahoma" panose="020B0604030504040204" pitchFamily="34" charset="0"/>
              </a:rPr>
              <a:t>Nolan Hu &amp; Evan Siegel</a:t>
            </a:r>
          </a:p>
          <a:p>
            <a:pPr algn="ctr"/>
            <a:r>
              <a:rPr lang="en-US" sz="5400" dirty="0" smtClean="0">
                <a:latin typeface="Tahoma" panose="020B0604030504040204" pitchFamily="34" charset="0"/>
                <a:ea typeface="Tahoma" panose="020B0604030504040204" pitchFamily="34" charset="0"/>
                <a:cs typeface="Tahoma" panose="020B0604030504040204" pitchFamily="34" charset="0"/>
              </a:rPr>
              <a:t>New York City College of Technology, Computer Systems Technology</a:t>
            </a:r>
            <a:endParaRPr lang="en-US" sz="5400" dirty="0">
              <a:latin typeface="Tahoma" panose="020B0604030504040204" pitchFamily="34" charset="0"/>
              <a:ea typeface="Tahoma" panose="020B0604030504040204" pitchFamily="34" charset="0"/>
              <a:cs typeface="Tahoma" panose="020B0604030504040204" pitchFamily="34" charset="0"/>
            </a:endParaRPr>
          </a:p>
        </p:txBody>
      </p:sp>
      <p:sp>
        <p:nvSpPr>
          <p:cNvPr id="4" name="Rounded Rectangle 3"/>
          <p:cNvSpPr/>
          <p:nvPr/>
        </p:nvSpPr>
        <p:spPr bwMode="auto">
          <a:xfrm>
            <a:off x="1752600" y="6735717"/>
            <a:ext cx="11963400" cy="7467600"/>
          </a:xfrm>
          <a:prstGeom prst="roundRect">
            <a:avLst/>
          </a:prstGeom>
          <a:solidFill>
            <a:srgbClr val="FFFFFF"/>
          </a:solidFill>
          <a:ln w="9525" cap="flat" cmpd="sng" algn="ctr">
            <a:solidFill>
              <a:srgbClr val="000000"/>
            </a:solidFill>
            <a:prstDash val="solid"/>
            <a:round/>
            <a:headEnd type="none" w="med" len="med"/>
            <a:tailEnd type="none" w="med" len="med"/>
          </a:ln>
          <a:effectLst>
            <a:outerShdw blurRad="50800" dist="38100" dir="2700000" algn="tl" rotWithShape="0">
              <a:prstClr val="black">
                <a:alpha val="40000"/>
              </a:prstClr>
            </a:outerShdw>
          </a:effectLst>
        </p:spPr>
        <p:txBody>
          <a:bodyPr/>
          <a:lstStyle>
            <a:lvl1pPr defTabSz="3814763">
              <a:defRPr sz="10000">
                <a:solidFill>
                  <a:schemeClr val="tx1"/>
                </a:solidFill>
                <a:latin typeface="Times New Roman" pitchFamily="18" charset="0"/>
                <a:cs typeface="Arial" charset="0"/>
              </a:defRPr>
            </a:lvl1pPr>
            <a:lvl2pPr marL="742950" indent="-285750" defTabSz="3814763">
              <a:defRPr sz="10000">
                <a:solidFill>
                  <a:schemeClr val="tx1"/>
                </a:solidFill>
                <a:latin typeface="Times New Roman" pitchFamily="18" charset="0"/>
                <a:cs typeface="Arial" charset="0"/>
              </a:defRPr>
            </a:lvl2pPr>
            <a:lvl3pPr marL="1143000" indent="-228600" defTabSz="3814763">
              <a:defRPr sz="10000">
                <a:solidFill>
                  <a:schemeClr val="tx1"/>
                </a:solidFill>
                <a:latin typeface="Times New Roman" pitchFamily="18" charset="0"/>
                <a:cs typeface="Arial" charset="0"/>
              </a:defRPr>
            </a:lvl3pPr>
            <a:lvl4pPr marL="1600200" indent="-228600" defTabSz="3814763">
              <a:defRPr sz="10000">
                <a:solidFill>
                  <a:schemeClr val="tx1"/>
                </a:solidFill>
                <a:latin typeface="Times New Roman" pitchFamily="18" charset="0"/>
                <a:cs typeface="Arial" charset="0"/>
              </a:defRPr>
            </a:lvl4pPr>
            <a:lvl5pPr marL="2057400" indent="-228600" defTabSz="3814763">
              <a:defRPr sz="10000">
                <a:solidFill>
                  <a:schemeClr val="tx1"/>
                </a:solidFill>
                <a:latin typeface="Times New Roman" pitchFamily="18" charset="0"/>
                <a:cs typeface="Arial" charset="0"/>
              </a:defRPr>
            </a:lvl5pPr>
            <a:lvl6pPr marL="2514600" indent="-228600" defTabSz="3814763" fontAlgn="base">
              <a:spcBef>
                <a:spcPct val="0"/>
              </a:spcBef>
              <a:spcAft>
                <a:spcPct val="0"/>
              </a:spcAft>
              <a:defRPr sz="10000">
                <a:solidFill>
                  <a:schemeClr val="tx1"/>
                </a:solidFill>
                <a:latin typeface="Times New Roman" pitchFamily="18" charset="0"/>
                <a:cs typeface="Arial" charset="0"/>
              </a:defRPr>
            </a:lvl6pPr>
            <a:lvl7pPr marL="2971800" indent="-228600" defTabSz="3814763" fontAlgn="base">
              <a:spcBef>
                <a:spcPct val="0"/>
              </a:spcBef>
              <a:spcAft>
                <a:spcPct val="0"/>
              </a:spcAft>
              <a:defRPr sz="10000">
                <a:solidFill>
                  <a:schemeClr val="tx1"/>
                </a:solidFill>
                <a:latin typeface="Times New Roman" pitchFamily="18" charset="0"/>
                <a:cs typeface="Arial" charset="0"/>
              </a:defRPr>
            </a:lvl7pPr>
            <a:lvl8pPr marL="3429000" indent="-228600" defTabSz="3814763" fontAlgn="base">
              <a:spcBef>
                <a:spcPct val="0"/>
              </a:spcBef>
              <a:spcAft>
                <a:spcPct val="0"/>
              </a:spcAft>
              <a:defRPr sz="10000">
                <a:solidFill>
                  <a:schemeClr val="tx1"/>
                </a:solidFill>
                <a:latin typeface="Times New Roman" pitchFamily="18" charset="0"/>
                <a:cs typeface="Arial" charset="0"/>
              </a:defRPr>
            </a:lvl8pPr>
            <a:lvl9pPr marL="3886200" indent="-228600" defTabSz="3814763" fontAlgn="base">
              <a:spcBef>
                <a:spcPct val="0"/>
              </a:spcBef>
              <a:spcAft>
                <a:spcPct val="0"/>
              </a:spcAft>
              <a:defRPr sz="10000">
                <a:solidFill>
                  <a:schemeClr val="tx1"/>
                </a:solidFill>
                <a:latin typeface="Times New Roman" pitchFamily="18" charset="0"/>
                <a:cs typeface="Arial" charset="0"/>
              </a:defRPr>
            </a:lvl9pPr>
          </a:lstStyle>
          <a:p>
            <a:r>
              <a:rPr lang="en-US" sz="3600" dirty="0" smtClean="0">
                <a:latin typeface="Calibri"/>
                <a:ea typeface="Calibri"/>
                <a:cs typeface="Times New Roman"/>
              </a:rPr>
              <a:t>     </a:t>
            </a:r>
            <a:r>
              <a:rPr lang="en-US" sz="3600" dirty="0" smtClean="0">
                <a:latin typeface="Tahoma" panose="020B0604030504040204" pitchFamily="34" charset="0"/>
                <a:ea typeface="Tahoma" panose="020B0604030504040204" pitchFamily="34" charset="0"/>
                <a:cs typeface="Tahoma" panose="020B0604030504040204" pitchFamily="34" charset="0"/>
              </a:rPr>
              <a:t>Many </a:t>
            </a:r>
            <a:r>
              <a:rPr lang="en-US" sz="3600" dirty="0">
                <a:latin typeface="Tahoma" panose="020B0604030504040204" pitchFamily="34" charset="0"/>
                <a:ea typeface="Tahoma" panose="020B0604030504040204" pitchFamily="34" charset="0"/>
                <a:cs typeface="Tahoma" panose="020B0604030504040204" pitchFamily="34" charset="0"/>
              </a:rPr>
              <a:t>routers today come with an option to easily connect devices through Wi-Fi Protected Setup (WPS). However, hackers can easily exploit wireless networks that implement WPS. Once a hacker gains entry to your network, it now has many options to attack you with. </a:t>
            </a:r>
          </a:p>
          <a:p>
            <a:r>
              <a:rPr lang="en-US" sz="3600" dirty="0">
                <a:latin typeface="Tahoma" panose="020B0604030504040204" pitchFamily="34" charset="0"/>
                <a:ea typeface="Tahoma" panose="020B0604030504040204" pitchFamily="34" charset="0"/>
                <a:cs typeface="Tahoma" panose="020B0604030504040204" pitchFamily="34" charset="0"/>
              </a:rPr>
              <a:t> </a:t>
            </a:r>
            <a:r>
              <a:rPr lang="en-US" sz="3600" dirty="0" smtClean="0">
                <a:latin typeface="Tahoma" panose="020B0604030504040204" pitchFamily="34" charset="0"/>
                <a:ea typeface="Tahoma" panose="020B0604030504040204" pitchFamily="34" charset="0"/>
                <a:cs typeface="Tahoma" panose="020B0604030504040204" pitchFamily="34" charset="0"/>
              </a:rPr>
              <a:t>    This </a:t>
            </a:r>
            <a:r>
              <a:rPr lang="en-US" sz="3600" dirty="0">
                <a:latin typeface="Tahoma" panose="020B0604030504040204" pitchFamily="34" charset="0"/>
                <a:ea typeface="Tahoma" panose="020B0604030504040204" pitchFamily="34" charset="0"/>
                <a:cs typeface="Tahoma" panose="020B0604030504040204" pitchFamily="34" charset="0"/>
              </a:rPr>
              <a:t>project is to identify the flaws of WPS and to offer solutions that can be instigated. We will use the exploit created by </a:t>
            </a:r>
            <a:r>
              <a:rPr lang="en-US" sz="3600" dirty="0" smtClean="0">
                <a:latin typeface="Tahoma" panose="020B0604030504040204" pitchFamily="34" charset="0"/>
                <a:ea typeface="Tahoma" panose="020B0604030504040204" pitchFamily="34" charset="0"/>
                <a:cs typeface="Tahoma" panose="020B0604030504040204" pitchFamily="34" charset="0"/>
              </a:rPr>
              <a:t>Stefan </a:t>
            </a:r>
            <a:r>
              <a:rPr lang="en-US" sz="3600" dirty="0" err="1" smtClean="0">
                <a:latin typeface="Tahoma" panose="020B0604030504040204" pitchFamily="34" charset="0"/>
                <a:ea typeface="Tahoma" panose="020B0604030504040204" pitchFamily="34" charset="0"/>
                <a:cs typeface="Tahoma" panose="020B0604030504040204" pitchFamily="34" charset="0"/>
              </a:rPr>
              <a:t>Viehböckto</a:t>
            </a:r>
            <a:r>
              <a:rPr lang="en-US" sz="3600" dirty="0" smtClean="0">
                <a:latin typeface="Tahoma" panose="020B0604030504040204" pitchFamily="34" charset="0"/>
                <a:ea typeface="Tahoma" panose="020B0604030504040204" pitchFamily="34" charset="0"/>
                <a:cs typeface="Tahoma" panose="020B0604030504040204" pitchFamily="34" charset="0"/>
              </a:rPr>
              <a:t> </a:t>
            </a:r>
            <a:r>
              <a:rPr lang="en-US" sz="3600" dirty="0">
                <a:latin typeface="Tahoma" panose="020B0604030504040204" pitchFamily="34" charset="0"/>
                <a:ea typeface="Tahoma" panose="020B0604030504040204" pitchFamily="34" charset="0"/>
                <a:cs typeface="Tahoma" panose="020B0604030504040204" pitchFamily="34" charset="0"/>
              </a:rPr>
              <a:t>recreate the procedure of brute-forcing a WPS enabled router. The experiment will show the audience of the dangers of WPS and why it needs to be fixed immediately.</a:t>
            </a:r>
            <a:endParaRPr kumimoji="0" lang="en-US" altLang="en-US" sz="3600" b="0" i="0" u="none" strike="noStrike" kern="0" cap="none" spc="0" normalizeH="0" baseline="0" noProof="0" dirty="0"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pic>
        <p:nvPicPr>
          <p:cNvPr id="3" name="Picture 2"/>
          <p:cNvPicPr>
            <a:picLocks noChangeAspect="1"/>
          </p:cNvPicPr>
          <p:nvPr/>
        </p:nvPicPr>
        <p:blipFill rotWithShape="1">
          <a:blip r:embed="rId2" cstate="print">
            <a:extLst>
              <a:ext uri="{28A0092B-C50C-407E-A947-70E740481C1C}">
                <a14:useLocalDpi xmlns:a14="http://schemas.microsoft.com/office/drawing/2010/main" val="0"/>
              </a:ext>
            </a:extLst>
          </a:blip>
          <a:srcRect l="36883" t="15207" r="32839" b="15768"/>
          <a:stretch/>
        </p:blipFill>
        <p:spPr>
          <a:xfrm>
            <a:off x="3047998" y="1659229"/>
            <a:ext cx="3886202" cy="3810260"/>
          </a:xfrm>
          <a:prstGeom prst="rect">
            <a:avLst/>
          </a:prstGeom>
        </p:spPr>
      </p:pic>
      <p:sp>
        <p:nvSpPr>
          <p:cNvPr id="6" name="Rounded Rectangle 5"/>
          <p:cNvSpPr/>
          <p:nvPr/>
        </p:nvSpPr>
        <p:spPr bwMode="auto">
          <a:xfrm>
            <a:off x="15544800" y="6165976"/>
            <a:ext cx="12801600" cy="25813319"/>
          </a:xfrm>
          <a:prstGeom prst="roundRect">
            <a:avLst/>
          </a:prstGeom>
          <a:solidFill>
            <a:srgbClr val="FFFFFF"/>
          </a:solidFill>
          <a:ln w="9525" cap="flat" cmpd="sng" algn="ctr">
            <a:solidFill>
              <a:srgbClr val="000000"/>
            </a:solidFill>
            <a:prstDash val="solid"/>
            <a:round/>
            <a:headEnd type="none" w="med" len="med"/>
            <a:tailEnd type="none" w="med" len="med"/>
          </a:ln>
          <a:effectLst>
            <a:outerShdw blurRad="50800" dist="38100" dir="2700000" algn="tl" rotWithShape="0">
              <a:prstClr val="black">
                <a:alpha val="40000"/>
              </a:prstClr>
            </a:outerShdw>
          </a:effectLst>
        </p:spPr>
        <p:txBody>
          <a:bodyPr/>
          <a:lstStyle>
            <a:lvl1pPr defTabSz="3814763">
              <a:defRPr sz="10000">
                <a:solidFill>
                  <a:schemeClr val="tx1"/>
                </a:solidFill>
                <a:latin typeface="Times New Roman" pitchFamily="18" charset="0"/>
                <a:cs typeface="Arial" charset="0"/>
              </a:defRPr>
            </a:lvl1pPr>
            <a:lvl2pPr marL="742950" indent="-285750" defTabSz="3814763">
              <a:defRPr sz="10000">
                <a:solidFill>
                  <a:schemeClr val="tx1"/>
                </a:solidFill>
                <a:latin typeface="Times New Roman" pitchFamily="18" charset="0"/>
                <a:cs typeface="Arial" charset="0"/>
              </a:defRPr>
            </a:lvl2pPr>
            <a:lvl3pPr marL="1143000" indent="-228600" defTabSz="3814763">
              <a:defRPr sz="10000">
                <a:solidFill>
                  <a:schemeClr val="tx1"/>
                </a:solidFill>
                <a:latin typeface="Times New Roman" pitchFamily="18" charset="0"/>
                <a:cs typeface="Arial" charset="0"/>
              </a:defRPr>
            </a:lvl3pPr>
            <a:lvl4pPr marL="1600200" indent="-228600" defTabSz="3814763">
              <a:defRPr sz="10000">
                <a:solidFill>
                  <a:schemeClr val="tx1"/>
                </a:solidFill>
                <a:latin typeface="Times New Roman" pitchFamily="18" charset="0"/>
                <a:cs typeface="Arial" charset="0"/>
              </a:defRPr>
            </a:lvl4pPr>
            <a:lvl5pPr marL="2057400" indent="-228600" defTabSz="3814763">
              <a:defRPr sz="10000">
                <a:solidFill>
                  <a:schemeClr val="tx1"/>
                </a:solidFill>
                <a:latin typeface="Times New Roman" pitchFamily="18" charset="0"/>
                <a:cs typeface="Arial" charset="0"/>
              </a:defRPr>
            </a:lvl5pPr>
            <a:lvl6pPr marL="2514600" indent="-228600" defTabSz="3814763" fontAlgn="base">
              <a:spcBef>
                <a:spcPct val="0"/>
              </a:spcBef>
              <a:spcAft>
                <a:spcPct val="0"/>
              </a:spcAft>
              <a:defRPr sz="10000">
                <a:solidFill>
                  <a:schemeClr val="tx1"/>
                </a:solidFill>
                <a:latin typeface="Times New Roman" pitchFamily="18" charset="0"/>
                <a:cs typeface="Arial" charset="0"/>
              </a:defRPr>
            </a:lvl6pPr>
            <a:lvl7pPr marL="2971800" indent="-228600" defTabSz="3814763" fontAlgn="base">
              <a:spcBef>
                <a:spcPct val="0"/>
              </a:spcBef>
              <a:spcAft>
                <a:spcPct val="0"/>
              </a:spcAft>
              <a:defRPr sz="10000">
                <a:solidFill>
                  <a:schemeClr val="tx1"/>
                </a:solidFill>
                <a:latin typeface="Times New Roman" pitchFamily="18" charset="0"/>
                <a:cs typeface="Arial" charset="0"/>
              </a:defRPr>
            </a:lvl7pPr>
            <a:lvl8pPr marL="3429000" indent="-228600" defTabSz="3814763" fontAlgn="base">
              <a:spcBef>
                <a:spcPct val="0"/>
              </a:spcBef>
              <a:spcAft>
                <a:spcPct val="0"/>
              </a:spcAft>
              <a:defRPr sz="10000">
                <a:solidFill>
                  <a:schemeClr val="tx1"/>
                </a:solidFill>
                <a:latin typeface="Times New Roman" pitchFamily="18" charset="0"/>
                <a:cs typeface="Arial" charset="0"/>
              </a:defRPr>
            </a:lvl8pPr>
            <a:lvl9pPr marL="3886200" indent="-228600" defTabSz="3814763" fontAlgn="base">
              <a:spcBef>
                <a:spcPct val="0"/>
              </a:spcBef>
              <a:spcAft>
                <a:spcPct val="0"/>
              </a:spcAft>
              <a:defRPr sz="10000">
                <a:solidFill>
                  <a:schemeClr val="tx1"/>
                </a:solidFill>
                <a:latin typeface="Times New Roman" pitchFamily="18" charset="0"/>
                <a:cs typeface="Arial" charset="0"/>
              </a:defRPr>
            </a:lvl9pPr>
          </a:lstStyle>
          <a:p>
            <a:pPr marL="742950" marR="0" lvl="0" indent="-742950" defTabSz="3814763" eaLnBrk="1" fontAlgn="base" latinLnBrk="0" hangingPunct="1">
              <a:lnSpc>
                <a:spcPct val="100000"/>
              </a:lnSpc>
              <a:spcBef>
                <a:spcPct val="0"/>
              </a:spcBef>
              <a:spcAft>
                <a:spcPct val="0"/>
              </a:spcAft>
              <a:buClrTx/>
              <a:buSzTx/>
              <a:buFont typeface="+mj-lt"/>
              <a:buAutoNum type="arabicPeriod"/>
              <a:tabLst/>
              <a:defRPr/>
            </a:pPr>
            <a:r>
              <a:rPr lang="en-US" altLang="en-US" sz="36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Reset the router to factory settings. Download the latest firmware from the </a:t>
            </a:r>
            <a:r>
              <a:rPr lang="en-US" altLang="en-US" sz="3600" kern="0" dirty="0" err="1" smtClean="0">
                <a:solidFill>
                  <a:srgbClr val="000000"/>
                </a:solidFill>
                <a:latin typeface="Tahoma" panose="020B0604030504040204" pitchFamily="34" charset="0"/>
                <a:ea typeface="Tahoma" panose="020B0604030504040204" pitchFamily="34" charset="0"/>
                <a:cs typeface="Tahoma" panose="020B0604030504040204" pitchFamily="34" charset="0"/>
              </a:rPr>
              <a:t>Netgear</a:t>
            </a:r>
            <a:r>
              <a:rPr lang="en-US" altLang="en-US" sz="36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 website and flash the router with it. Setup the Wi-Fi settings with the Wi-Fi name “NYCCT_1337” and the WPA2 password “</a:t>
            </a:r>
            <a:r>
              <a:rPr lang="en-US" altLang="en-US" sz="3600" kern="0" dirty="0" err="1" smtClean="0">
                <a:solidFill>
                  <a:srgbClr val="000000"/>
                </a:solidFill>
                <a:latin typeface="Tahoma" panose="020B0604030504040204" pitchFamily="34" charset="0"/>
                <a:ea typeface="Tahoma" panose="020B0604030504040204" pitchFamily="34" charset="0"/>
                <a:cs typeface="Tahoma" panose="020B0604030504040204" pitchFamily="34" charset="0"/>
              </a:rPr>
              <a:t>nycctpassword</a:t>
            </a:r>
            <a:r>
              <a:rPr lang="en-US" altLang="en-US" sz="36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 Enable WPS.</a:t>
            </a:r>
          </a:p>
          <a:p>
            <a:pPr marL="742950" marR="0" lvl="0" indent="-742950" defTabSz="3814763" eaLnBrk="1" fontAlgn="base" latinLnBrk="0" hangingPunct="1">
              <a:lnSpc>
                <a:spcPct val="100000"/>
              </a:lnSpc>
              <a:spcBef>
                <a:spcPct val="0"/>
              </a:spcBef>
              <a:spcAft>
                <a:spcPct val="0"/>
              </a:spcAft>
              <a:buClrTx/>
              <a:buSzTx/>
              <a:buFont typeface="+mj-lt"/>
              <a:buAutoNum type="arabicPeriod"/>
              <a:tabLst/>
              <a:defRPr/>
            </a:pPr>
            <a:r>
              <a:rPr kumimoji="0" lang="en-US" altLang="en-US" sz="3600" b="0" i="0" u="none" strike="noStrike" kern="0" cap="none" spc="0" normalizeH="0" baseline="0" noProof="0" dirty="0"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Boot</a:t>
            </a:r>
            <a:r>
              <a:rPr kumimoji="0" lang="en-US" altLang="en-US" sz="3600" b="0" i="0" u="none" strike="noStrike" kern="0" cap="none" spc="0" normalizeH="0" noProof="0" dirty="0"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up Kali Linux and make sure </a:t>
            </a:r>
            <a:r>
              <a:rPr kumimoji="0" lang="en-US" altLang="en-US" sz="3600" b="0" i="0" u="none" strike="noStrike" kern="0" cap="none" spc="0" normalizeH="0" noProof="0" dirty="0" err="1"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Reaver</a:t>
            </a:r>
            <a:r>
              <a:rPr kumimoji="0" lang="en-US" altLang="en-US" sz="3600" b="0" i="0" u="none" strike="noStrike" kern="0" cap="none" spc="0" normalizeH="0" noProof="0" dirty="0"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is up to date. Enable the wireless card to be in monitoring mode. </a:t>
            </a:r>
          </a:p>
          <a:p>
            <a:pPr marL="742950" marR="0" lvl="0" indent="-742950" defTabSz="3814763" eaLnBrk="1" fontAlgn="base" latinLnBrk="0" hangingPunct="1">
              <a:lnSpc>
                <a:spcPct val="100000"/>
              </a:lnSpc>
              <a:spcBef>
                <a:spcPct val="0"/>
              </a:spcBef>
              <a:spcAft>
                <a:spcPct val="0"/>
              </a:spcAft>
              <a:buClrTx/>
              <a:buSzTx/>
              <a:buFont typeface="+mj-lt"/>
              <a:buAutoNum type="arabicPeriod"/>
              <a:tabLst/>
              <a:defRPr/>
            </a:pPr>
            <a:r>
              <a:rPr kumimoji="0" lang="en-US" altLang="en-US" sz="3600" b="0" i="0" u="none" strike="noStrike" kern="0" cap="none" spc="0" normalizeH="0" noProof="0" dirty="0"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Run Wash to scan the area for routers that have WPS. Identify our router and copy the BSSID. </a:t>
            </a:r>
          </a:p>
          <a:p>
            <a:pPr marL="742950" lvl="0" indent="-742950" fontAlgn="base">
              <a:spcBef>
                <a:spcPct val="0"/>
              </a:spcBef>
              <a:spcAft>
                <a:spcPct val="0"/>
              </a:spcAft>
              <a:buFont typeface="+mj-lt"/>
              <a:buAutoNum type="arabicPeriod"/>
              <a:defRPr/>
            </a:pPr>
            <a:endParaRPr lang="en-US" altLang="en-US" sz="3600" kern="0" dirty="0" smtClean="0">
              <a:solidFill>
                <a:srgbClr val="000000"/>
              </a:solidFill>
              <a:latin typeface="Tahoma" panose="020B0604030504040204" pitchFamily="34" charset="0"/>
              <a:ea typeface="Tahoma" panose="020B0604030504040204" pitchFamily="34" charset="0"/>
              <a:cs typeface="Tahoma" panose="020B0604030504040204" pitchFamily="34" charset="0"/>
            </a:endParaRPr>
          </a:p>
          <a:p>
            <a:pPr marL="742950" lvl="0" indent="-742950" fontAlgn="base">
              <a:spcBef>
                <a:spcPct val="0"/>
              </a:spcBef>
              <a:spcAft>
                <a:spcPct val="0"/>
              </a:spcAft>
              <a:buFont typeface="+mj-lt"/>
              <a:buAutoNum type="arabicPeriod"/>
              <a:defRPr/>
            </a:pPr>
            <a:endParaRPr lang="en-US" altLang="en-US" sz="3600" kern="0" dirty="0">
              <a:solidFill>
                <a:srgbClr val="000000"/>
              </a:solidFill>
              <a:latin typeface="Tahoma" panose="020B0604030504040204" pitchFamily="34" charset="0"/>
              <a:ea typeface="Tahoma" panose="020B0604030504040204" pitchFamily="34" charset="0"/>
              <a:cs typeface="Tahoma" panose="020B0604030504040204" pitchFamily="34" charset="0"/>
            </a:endParaRPr>
          </a:p>
          <a:p>
            <a:pPr marL="742950" lvl="0" indent="-742950" fontAlgn="base">
              <a:spcBef>
                <a:spcPct val="0"/>
              </a:spcBef>
              <a:spcAft>
                <a:spcPct val="0"/>
              </a:spcAft>
              <a:buFont typeface="+mj-lt"/>
              <a:buAutoNum type="arabicPeriod"/>
              <a:defRPr/>
            </a:pPr>
            <a:endParaRPr lang="en-US" altLang="en-US" sz="3600" kern="0" dirty="0" smtClean="0">
              <a:solidFill>
                <a:srgbClr val="000000"/>
              </a:solidFill>
              <a:latin typeface="Tahoma" panose="020B0604030504040204" pitchFamily="34" charset="0"/>
              <a:ea typeface="Tahoma" panose="020B0604030504040204" pitchFamily="34" charset="0"/>
              <a:cs typeface="Tahoma" panose="020B0604030504040204" pitchFamily="34" charset="0"/>
            </a:endParaRPr>
          </a:p>
          <a:p>
            <a:pPr marL="742950" lvl="0" indent="-742950" fontAlgn="base">
              <a:spcBef>
                <a:spcPct val="0"/>
              </a:spcBef>
              <a:spcAft>
                <a:spcPct val="0"/>
              </a:spcAft>
              <a:buFont typeface="+mj-lt"/>
              <a:buAutoNum type="arabicPeriod"/>
              <a:defRPr/>
            </a:pPr>
            <a:endParaRPr lang="en-US" altLang="en-US" sz="3600" kern="0" dirty="0">
              <a:solidFill>
                <a:srgbClr val="000000"/>
              </a:solidFill>
              <a:latin typeface="Tahoma" panose="020B0604030504040204" pitchFamily="34" charset="0"/>
              <a:ea typeface="Tahoma" panose="020B0604030504040204" pitchFamily="34" charset="0"/>
              <a:cs typeface="Tahoma" panose="020B0604030504040204" pitchFamily="34" charset="0"/>
            </a:endParaRPr>
          </a:p>
          <a:p>
            <a:pPr marL="742950" lvl="0" indent="-742950" fontAlgn="base">
              <a:spcBef>
                <a:spcPct val="0"/>
              </a:spcBef>
              <a:spcAft>
                <a:spcPct val="0"/>
              </a:spcAft>
              <a:buFont typeface="+mj-lt"/>
              <a:buAutoNum type="arabicPeriod"/>
              <a:defRPr/>
            </a:pPr>
            <a:endParaRPr lang="en-US" altLang="en-US" sz="3600" kern="0" dirty="0" smtClean="0">
              <a:solidFill>
                <a:srgbClr val="000000"/>
              </a:solidFill>
              <a:latin typeface="Tahoma" panose="020B0604030504040204" pitchFamily="34" charset="0"/>
              <a:ea typeface="Tahoma" panose="020B0604030504040204" pitchFamily="34" charset="0"/>
              <a:cs typeface="Tahoma" panose="020B0604030504040204" pitchFamily="34" charset="0"/>
            </a:endParaRPr>
          </a:p>
          <a:p>
            <a:pPr marL="742950" lvl="0" indent="-742950" fontAlgn="base">
              <a:spcBef>
                <a:spcPct val="0"/>
              </a:spcBef>
              <a:spcAft>
                <a:spcPct val="0"/>
              </a:spcAft>
              <a:buFont typeface="+mj-lt"/>
              <a:buAutoNum type="arabicPeriod"/>
              <a:defRPr/>
            </a:pPr>
            <a:endParaRPr lang="en-US" altLang="en-US" sz="3600" kern="0" dirty="0">
              <a:solidFill>
                <a:srgbClr val="000000"/>
              </a:solidFill>
              <a:latin typeface="Tahoma" panose="020B0604030504040204" pitchFamily="34" charset="0"/>
              <a:ea typeface="Tahoma" panose="020B0604030504040204" pitchFamily="34" charset="0"/>
              <a:cs typeface="Tahoma" panose="020B0604030504040204" pitchFamily="34" charset="0"/>
            </a:endParaRPr>
          </a:p>
          <a:p>
            <a:pPr marL="742950" lvl="0" indent="-742950" fontAlgn="base">
              <a:spcBef>
                <a:spcPct val="0"/>
              </a:spcBef>
              <a:spcAft>
                <a:spcPct val="0"/>
              </a:spcAft>
              <a:buFont typeface="+mj-lt"/>
              <a:buAutoNum type="arabicPeriod"/>
              <a:defRPr/>
            </a:pPr>
            <a:endParaRPr lang="en-US" altLang="en-US" sz="3600" kern="0" dirty="0" smtClean="0">
              <a:solidFill>
                <a:srgbClr val="000000"/>
              </a:solidFill>
              <a:latin typeface="Tahoma" panose="020B0604030504040204" pitchFamily="34" charset="0"/>
              <a:ea typeface="Tahoma" panose="020B0604030504040204" pitchFamily="34" charset="0"/>
              <a:cs typeface="Tahoma" panose="020B0604030504040204" pitchFamily="34" charset="0"/>
            </a:endParaRPr>
          </a:p>
          <a:p>
            <a:pPr marL="742950" lvl="0" indent="-742950" fontAlgn="base">
              <a:spcBef>
                <a:spcPct val="0"/>
              </a:spcBef>
              <a:spcAft>
                <a:spcPct val="0"/>
              </a:spcAft>
              <a:buFont typeface="+mj-lt"/>
              <a:buAutoNum type="arabicPeriod"/>
              <a:defRPr/>
            </a:pPr>
            <a:endParaRPr lang="en-US" altLang="en-US" sz="3600" kern="0" dirty="0">
              <a:solidFill>
                <a:srgbClr val="000000"/>
              </a:solidFill>
              <a:latin typeface="Tahoma" panose="020B0604030504040204" pitchFamily="34" charset="0"/>
              <a:ea typeface="Tahoma" panose="020B0604030504040204" pitchFamily="34" charset="0"/>
              <a:cs typeface="Tahoma" panose="020B0604030504040204" pitchFamily="34" charset="0"/>
            </a:endParaRPr>
          </a:p>
          <a:p>
            <a:pPr marL="742950" lvl="0" indent="-742950" fontAlgn="base">
              <a:spcBef>
                <a:spcPct val="0"/>
              </a:spcBef>
              <a:spcAft>
                <a:spcPct val="0"/>
              </a:spcAft>
              <a:buFont typeface="+mj-lt"/>
              <a:buAutoNum type="arabicPeriod"/>
              <a:defRPr/>
            </a:pPr>
            <a:endParaRPr lang="en-US" altLang="en-US" sz="3600" kern="0" dirty="0" smtClean="0">
              <a:solidFill>
                <a:srgbClr val="000000"/>
              </a:solidFill>
              <a:latin typeface="Tahoma" panose="020B0604030504040204" pitchFamily="34" charset="0"/>
              <a:ea typeface="Tahoma" panose="020B0604030504040204" pitchFamily="34" charset="0"/>
              <a:cs typeface="Tahoma" panose="020B0604030504040204" pitchFamily="34" charset="0"/>
            </a:endParaRPr>
          </a:p>
          <a:p>
            <a:pPr marL="742950" lvl="0" indent="-742950" fontAlgn="base">
              <a:spcBef>
                <a:spcPct val="0"/>
              </a:spcBef>
              <a:spcAft>
                <a:spcPct val="0"/>
              </a:spcAft>
              <a:buFont typeface="+mj-lt"/>
              <a:buAutoNum type="arabicPeriod"/>
              <a:defRPr/>
            </a:pPr>
            <a:endParaRPr lang="en-US" altLang="en-US" sz="3600" kern="0" dirty="0">
              <a:solidFill>
                <a:srgbClr val="000000"/>
              </a:solidFill>
              <a:latin typeface="Tahoma" panose="020B0604030504040204" pitchFamily="34" charset="0"/>
              <a:ea typeface="Tahoma" panose="020B0604030504040204" pitchFamily="34" charset="0"/>
              <a:cs typeface="Tahoma" panose="020B0604030504040204" pitchFamily="34" charset="0"/>
            </a:endParaRPr>
          </a:p>
          <a:p>
            <a:pPr marL="742950" lvl="0" indent="-742950" fontAlgn="base">
              <a:spcBef>
                <a:spcPct val="0"/>
              </a:spcBef>
              <a:spcAft>
                <a:spcPct val="0"/>
              </a:spcAft>
              <a:buFont typeface="+mj-lt"/>
              <a:buAutoNum type="arabicPeriod"/>
              <a:defRPr/>
            </a:pPr>
            <a:endParaRPr lang="en-US" altLang="en-US" sz="3600" kern="0" dirty="0" smtClean="0">
              <a:solidFill>
                <a:srgbClr val="000000"/>
              </a:solidFill>
              <a:latin typeface="Tahoma" panose="020B0604030504040204" pitchFamily="34" charset="0"/>
              <a:ea typeface="Tahoma" panose="020B0604030504040204" pitchFamily="34" charset="0"/>
              <a:cs typeface="Tahoma" panose="020B0604030504040204" pitchFamily="34" charset="0"/>
            </a:endParaRPr>
          </a:p>
          <a:p>
            <a:pPr marL="742950" lvl="0" indent="-742950" fontAlgn="base">
              <a:spcBef>
                <a:spcPct val="0"/>
              </a:spcBef>
              <a:spcAft>
                <a:spcPct val="0"/>
              </a:spcAft>
              <a:buFont typeface="+mj-lt"/>
              <a:buAutoNum type="arabicPeriod"/>
              <a:defRPr/>
            </a:pPr>
            <a:endParaRPr lang="en-US" altLang="en-US" sz="3600" kern="0" dirty="0" smtClean="0">
              <a:solidFill>
                <a:srgbClr val="000000"/>
              </a:solidFill>
              <a:latin typeface="Tahoma" panose="020B0604030504040204" pitchFamily="34" charset="0"/>
              <a:ea typeface="Tahoma" panose="020B0604030504040204" pitchFamily="34" charset="0"/>
              <a:cs typeface="Tahoma" panose="020B0604030504040204" pitchFamily="34" charset="0"/>
            </a:endParaRPr>
          </a:p>
          <a:p>
            <a:pPr marL="742950" lvl="0" indent="-742950" fontAlgn="base">
              <a:spcBef>
                <a:spcPct val="0"/>
              </a:spcBef>
              <a:spcAft>
                <a:spcPct val="0"/>
              </a:spcAft>
              <a:buFont typeface="+mj-lt"/>
              <a:buAutoNum type="arabicPeriod"/>
              <a:defRPr/>
            </a:pPr>
            <a:endParaRPr lang="en-US" altLang="en-US" sz="3600" kern="0" dirty="0">
              <a:solidFill>
                <a:srgbClr val="000000"/>
              </a:solidFill>
              <a:latin typeface="Tahoma" panose="020B0604030504040204" pitchFamily="34" charset="0"/>
              <a:ea typeface="Tahoma" panose="020B0604030504040204" pitchFamily="34" charset="0"/>
              <a:cs typeface="Tahoma" panose="020B0604030504040204" pitchFamily="34" charset="0"/>
            </a:endParaRPr>
          </a:p>
          <a:p>
            <a:pPr marL="742950" lvl="0" indent="-742950" fontAlgn="base">
              <a:spcBef>
                <a:spcPct val="0"/>
              </a:spcBef>
              <a:spcAft>
                <a:spcPct val="0"/>
              </a:spcAft>
              <a:buFont typeface="+mj-lt"/>
              <a:buAutoNum type="arabicPeriod"/>
              <a:defRPr/>
            </a:pPr>
            <a:endParaRPr lang="en-US" altLang="en-US" sz="3600" kern="0" dirty="0" smtClean="0">
              <a:solidFill>
                <a:srgbClr val="000000"/>
              </a:solidFill>
              <a:latin typeface="Tahoma" panose="020B0604030504040204" pitchFamily="34" charset="0"/>
              <a:ea typeface="Tahoma" panose="020B0604030504040204" pitchFamily="34" charset="0"/>
              <a:cs typeface="Tahoma" panose="020B0604030504040204" pitchFamily="34" charset="0"/>
            </a:endParaRPr>
          </a:p>
          <a:p>
            <a:pPr marL="742950" lvl="0" indent="-742950" fontAlgn="base">
              <a:spcBef>
                <a:spcPct val="0"/>
              </a:spcBef>
              <a:spcAft>
                <a:spcPct val="0"/>
              </a:spcAft>
              <a:buFont typeface="+mj-lt"/>
              <a:buAutoNum type="arabicPeriod"/>
              <a:defRPr/>
            </a:pPr>
            <a:r>
              <a:rPr lang="en-US" altLang="en-US" sz="36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Run </a:t>
            </a:r>
            <a:r>
              <a:rPr lang="en-US" altLang="en-US" sz="3600" kern="0" dirty="0" err="1" smtClean="0">
                <a:solidFill>
                  <a:srgbClr val="000000"/>
                </a:solidFill>
                <a:latin typeface="Tahoma" panose="020B0604030504040204" pitchFamily="34" charset="0"/>
                <a:ea typeface="Tahoma" panose="020B0604030504040204" pitchFamily="34" charset="0"/>
                <a:cs typeface="Tahoma" panose="020B0604030504040204" pitchFamily="34" charset="0"/>
              </a:rPr>
              <a:t>Reaver</a:t>
            </a:r>
            <a:r>
              <a:rPr lang="en-US" altLang="en-US" sz="36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 on the terminal using A0:21:B7:B5:A1:3E as the BSSID. The syntax is “</a:t>
            </a:r>
            <a:r>
              <a:rPr lang="en-US" altLang="en-US" sz="3600" kern="0" dirty="0" err="1" smtClean="0">
                <a:solidFill>
                  <a:srgbClr val="000000"/>
                </a:solidFill>
                <a:latin typeface="Tahoma" panose="020B0604030504040204" pitchFamily="34" charset="0"/>
                <a:ea typeface="Tahoma" panose="020B0604030504040204" pitchFamily="34" charset="0"/>
                <a:cs typeface="Tahoma" panose="020B0604030504040204" pitchFamily="34" charset="0"/>
              </a:rPr>
              <a:t>reaver</a:t>
            </a:r>
            <a:r>
              <a:rPr lang="en-US" altLang="en-US" sz="36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 –</a:t>
            </a:r>
            <a:r>
              <a:rPr lang="en-US" altLang="en-US" sz="3600" kern="0" dirty="0" err="1">
                <a:solidFill>
                  <a:srgbClr val="000000"/>
                </a:solidFill>
                <a:latin typeface="Tahoma" panose="020B0604030504040204" pitchFamily="34" charset="0"/>
                <a:ea typeface="Tahoma" panose="020B0604030504040204" pitchFamily="34" charset="0"/>
                <a:cs typeface="Tahoma" panose="020B0604030504040204" pitchFamily="34" charset="0"/>
              </a:rPr>
              <a:t>i</a:t>
            </a:r>
            <a:r>
              <a:rPr lang="en-US" altLang="en-US" sz="36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 mon0 –b A0:21:B7:B5:A1:3E –</a:t>
            </a:r>
            <a:r>
              <a:rPr lang="en-US" altLang="en-US" sz="3600" kern="0" dirty="0" err="1" smtClean="0">
                <a:solidFill>
                  <a:srgbClr val="000000"/>
                </a:solidFill>
                <a:latin typeface="Tahoma" panose="020B0604030504040204" pitchFamily="34" charset="0"/>
                <a:ea typeface="Tahoma" panose="020B0604030504040204" pitchFamily="34" charset="0"/>
                <a:cs typeface="Tahoma" panose="020B0604030504040204" pitchFamily="34" charset="0"/>
              </a:rPr>
              <a:t>vv</a:t>
            </a:r>
            <a:r>
              <a:rPr lang="en-US" altLang="en-US" sz="36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 It will then determine the channel the AP is on and attempt a brute-force on the router.</a:t>
            </a:r>
          </a:p>
          <a:p>
            <a:pPr marL="742950" lvl="0" indent="-742950" fontAlgn="base">
              <a:spcBef>
                <a:spcPct val="0"/>
              </a:spcBef>
              <a:spcAft>
                <a:spcPct val="0"/>
              </a:spcAft>
              <a:buFont typeface="+mj-lt"/>
              <a:buAutoNum type="arabicPeriod"/>
              <a:defRPr/>
            </a:pPr>
            <a:r>
              <a:rPr kumimoji="0" lang="en-US" altLang="en-US" sz="3600" b="0" i="0" u="none" strike="noStrike" kern="0" cap="none" spc="0" normalizeH="0" noProof="0" dirty="0"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After an exhaustive amount of attempts, </a:t>
            </a:r>
            <a:r>
              <a:rPr kumimoji="0" lang="en-US" altLang="en-US" sz="3600" b="0" i="0" u="none" strike="noStrike" kern="0" cap="none" spc="0" normalizeH="0" noProof="0" dirty="0" err="1"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Reaver</a:t>
            </a:r>
            <a:r>
              <a:rPr kumimoji="0" lang="en-US" altLang="en-US" sz="3600" b="0" i="0" u="none" strike="noStrike" kern="0" cap="none" spc="0" normalizeH="0" noProof="0" dirty="0"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has successfully found out the Router’s pin as well as the passphrase.</a:t>
            </a:r>
          </a:p>
          <a:p>
            <a:pPr marL="742950" marR="0" lvl="0" indent="-742950" defTabSz="3814763" eaLnBrk="1" fontAlgn="base" latinLnBrk="0" hangingPunct="1">
              <a:lnSpc>
                <a:spcPct val="100000"/>
              </a:lnSpc>
              <a:spcBef>
                <a:spcPct val="0"/>
              </a:spcBef>
              <a:spcAft>
                <a:spcPct val="0"/>
              </a:spcAft>
              <a:buClrTx/>
              <a:buSzTx/>
              <a:buFont typeface="+mj-lt"/>
              <a:buAutoNum type="arabicPeriod"/>
              <a:tabLst/>
              <a:defRPr/>
            </a:pPr>
            <a:endParaRPr kumimoji="0" lang="en-US" altLang="en-US" sz="3600" b="0" i="0" u="none" strike="noStrike" kern="0" cap="none" spc="0" normalizeH="0" baseline="0" noProof="0" dirty="0"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7" name="Rounded Rectangle 6"/>
          <p:cNvSpPr/>
          <p:nvPr/>
        </p:nvSpPr>
        <p:spPr bwMode="auto">
          <a:xfrm>
            <a:off x="1790700" y="15282859"/>
            <a:ext cx="11963402" cy="2900065"/>
          </a:xfrm>
          <a:prstGeom prst="roundRect">
            <a:avLst/>
          </a:prstGeom>
          <a:solidFill>
            <a:srgbClr val="FFFFFF"/>
          </a:solidFill>
          <a:ln w="9525" cap="flat" cmpd="sng" algn="ctr">
            <a:solidFill>
              <a:srgbClr val="000000"/>
            </a:solidFill>
            <a:prstDash val="solid"/>
            <a:round/>
            <a:headEnd type="none" w="med" len="med"/>
            <a:tailEnd type="none" w="med" len="med"/>
          </a:ln>
          <a:effectLst>
            <a:outerShdw blurRad="50800" dist="38100" dir="2700000" algn="tl" rotWithShape="0">
              <a:prstClr val="black">
                <a:alpha val="40000"/>
              </a:prstClr>
            </a:outerShdw>
          </a:effectLst>
        </p:spPr>
        <p:txBody>
          <a:bodyPr/>
          <a:lstStyle>
            <a:lvl1pPr defTabSz="3814763">
              <a:defRPr sz="10000">
                <a:solidFill>
                  <a:schemeClr val="tx1"/>
                </a:solidFill>
                <a:latin typeface="Times New Roman" pitchFamily="18" charset="0"/>
                <a:cs typeface="Arial" charset="0"/>
              </a:defRPr>
            </a:lvl1pPr>
            <a:lvl2pPr marL="742950" indent="-285750" defTabSz="3814763">
              <a:defRPr sz="10000">
                <a:solidFill>
                  <a:schemeClr val="tx1"/>
                </a:solidFill>
                <a:latin typeface="Times New Roman" pitchFamily="18" charset="0"/>
                <a:cs typeface="Arial" charset="0"/>
              </a:defRPr>
            </a:lvl2pPr>
            <a:lvl3pPr marL="1143000" indent="-228600" defTabSz="3814763">
              <a:defRPr sz="10000">
                <a:solidFill>
                  <a:schemeClr val="tx1"/>
                </a:solidFill>
                <a:latin typeface="Times New Roman" pitchFamily="18" charset="0"/>
                <a:cs typeface="Arial" charset="0"/>
              </a:defRPr>
            </a:lvl3pPr>
            <a:lvl4pPr marL="1600200" indent="-228600" defTabSz="3814763">
              <a:defRPr sz="10000">
                <a:solidFill>
                  <a:schemeClr val="tx1"/>
                </a:solidFill>
                <a:latin typeface="Times New Roman" pitchFamily="18" charset="0"/>
                <a:cs typeface="Arial" charset="0"/>
              </a:defRPr>
            </a:lvl4pPr>
            <a:lvl5pPr marL="2057400" indent="-228600" defTabSz="3814763">
              <a:defRPr sz="10000">
                <a:solidFill>
                  <a:schemeClr val="tx1"/>
                </a:solidFill>
                <a:latin typeface="Times New Roman" pitchFamily="18" charset="0"/>
                <a:cs typeface="Arial" charset="0"/>
              </a:defRPr>
            </a:lvl5pPr>
            <a:lvl6pPr marL="2514600" indent="-228600" defTabSz="3814763" fontAlgn="base">
              <a:spcBef>
                <a:spcPct val="0"/>
              </a:spcBef>
              <a:spcAft>
                <a:spcPct val="0"/>
              </a:spcAft>
              <a:defRPr sz="10000">
                <a:solidFill>
                  <a:schemeClr val="tx1"/>
                </a:solidFill>
                <a:latin typeface="Times New Roman" pitchFamily="18" charset="0"/>
                <a:cs typeface="Arial" charset="0"/>
              </a:defRPr>
            </a:lvl6pPr>
            <a:lvl7pPr marL="2971800" indent="-228600" defTabSz="3814763" fontAlgn="base">
              <a:spcBef>
                <a:spcPct val="0"/>
              </a:spcBef>
              <a:spcAft>
                <a:spcPct val="0"/>
              </a:spcAft>
              <a:defRPr sz="10000">
                <a:solidFill>
                  <a:schemeClr val="tx1"/>
                </a:solidFill>
                <a:latin typeface="Times New Roman" pitchFamily="18" charset="0"/>
                <a:cs typeface="Arial" charset="0"/>
              </a:defRPr>
            </a:lvl7pPr>
            <a:lvl8pPr marL="3429000" indent="-228600" defTabSz="3814763" fontAlgn="base">
              <a:spcBef>
                <a:spcPct val="0"/>
              </a:spcBef>
              <a:spcAft>
                <a:spcPct val="0"/>
              </a:spcAft>
              <a:defRPr sz="10000">
                <a:solidFill>
                  <a:schemeClr val="tx1"/>
                </a:solidFill>
                <a:latin typeface="Times New Roman" pitchFamily="18" charset="0"/>
                <a:cs typeface="Arial" charset="0"/>
              </a:defRPr>
            </a:lvl8pPr>
            <a:lvl9pPr marL="3886200" indent="-228600" defTabSz="3814763" fontAlgn="base">
              <a:spcBef>
                <a:spcPct val="0"/>
              </a:spcBef>
              <a:spcAft>
                <a:spcPct val="0"/>
              </a:spcAft>
              <a:defRPr sz="10000">
                <a:solidFill>
                  <a:schemeClr val="tx1"/>
                </a:solidFill>
                <a:latin typeface="Times New Roman" pitchFamily="18" charset="0"/>
                <a:cs typeface="Arial" charset="0"/>
              </a:defRPr>
            </a:lvl9pPr>
          </a:lstStyle>
          <a:p>
            <a:pPr marL="571500" lvl="0" indent="-571500" fontAlgn="base">
              <a:spcBef>
                <a:spcPct val="0"/>
              </a:spcBef>
              <a:spcAft>
                <a:spcPct val="0"/>
              </a:spcAft>
              <a:buFont typeface="Arial" panose="020B0604020202020204" pitchFamily="34" charset="0"/>
              <a:buChar char="•"/>
              <a:defRPr/>
            </a:pPr>
            <a:r>
              <a:rPr lang="en-US" altLang="en-US" sz="3600" kern="0" noProof="0" dirty="0" smtClean="0">
                <a:solidFill>
                  <a:srgbClr val="000000"/>
                </a:solidFill>
                <a:latin typeface="Tahoma" panose="020B0604030504040204" pitchFamily="34" charset="0"/>
                <a:ea typeface="Tahoma" panose="020B0604030504040204" pitchFamily="34" charset="0"/>
                <a:cs typeface="Tahoma" panose="020B0604030504040204" pitchFamily="34" charset="0"/>
              </a:rPr>
              <a:t>Laptop </a:t>
            </a:r>
            <a:r>
              <a:rPr lang="en-US" altLang="en-US" sz="36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(Sony PCG-71C11L)</a:t>
            </a:r>
            <a:endParaRPr lang="en-US" altLang="en-US" sz="3600" kern="0" noProof="0" dirty="0" smtClean="0">
              <a:solidFill>
                <a:srgbClr val="000000"/>
              </a:solidFill>
              <a:latin typeface="Tahoma" panose="020B0604030504040204" pitchFamily="34" charset="0"/>
              <a:ea typeface="Tahoma" panose="020B0604030504040204" pitchFamily="34" charset="0"/>
              <a:cs typeface="Tahoma" panose="020B0604030504040204" pitchFamily="34" charset="0"/>
            </a:endParaRPr>
          </a:p>
          <a:p>
            <a:pPr marL="571500" indent="-571500" fontAlgn="base">
              <a:spcBef>
                <a:spcPct val="0"/>
              </a:spcBef>
              <a:spcAft>
                <a:spcPct val="0"/>
              </a:spcAft>
              <a:buFont typeface="Arial" panose="020B0604020202020204" pitchFamily="34" charset="0"/>
              <a:buChar char="•"/>
              <a:defRPr/>
            </a:pPr>
            <a:r>
              <a:rPr lang="en-US" altLang="en-US" sz="3600" kern="0" dirty="0" err="1">
                <a:solidFill>
                  <a:srgbClr val="000000"/>
                </a:solidFill>
                <a:latin typeface="Tahoma" panose="020B0604030504040204" pitchFamily="34" charset="0"/>
                <a:ea typeface="Tahoma" panose="020B0604030504040204" pitchFamily="34" charset="0"/>
                <a:cs typeface="Tahoma" panose="020B0604030504040204" pitchFamily="34" charset="0"/>
              </a:rPr>
              <a:t>Netgear</a:t>
            </a:r>
            <a:r>
              <a:rPr lang="en-US" altLang="en-US" sz="3600" kern="0" dirty="0">
                <a:solidFill>
                  <a:srgbClr val="000000"/>
                </a:solidFill>
                <a:latin typeface="Tahoma" panose="020B0604030504040204" pitchFamily="34" charset="0"/>
                <a:ea typeface="Tahoma" panose="020B0604030504040204" pitchFamily="34" charset="0"/>
                <a:cs typeface="Tahoma" panose="020B0604030504040204" pitchFamily="34" charset="0"/>
              </a:rPr>
              <a:t> router </a:t>
            </a:r>
            <a:r>
              <a:rPr lang="en-US" altLang="en-US" sz="36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WNR2000 v3(1.1.2.6 </a:t>
            </a:r>
            <a:r>
              <a:rPr lang="en-US" altLang="en-US" sz="3600" kern="0" dirty="0">
                <a:solidFill>
                  <a:srgbClr val="000000"/>
                </a:solidFill>
                <a:latin typeface="Tahoma" panose="020B0604030504040204" pitchFamily="34" charset="0"/>
                <a:ea typeface="Tahoma" panose="020B0604030504040204" pitchFamily="34" charset="0"/>
                <a:cs typeface="Tahoma" panose="020B0604030504040204" pitchFamily="34" charset="0"/>
              </a:rPr>
              <a:t>firmware)</a:t>
            </a:r>
          </a:p>
          <a:p>
            <a:pPr marL="571500" marR="0" lvl="0" indent="-571500" defTabSz="3814763"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en-US" sz="3600" b="0" i="0" u="none" strike="noStrike" kern="0" cap="none" spc="0" normalizeH="0" baseline="0" dirty="0"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Kali Linux (1.0.5)</a:t>
            </a:r>
          </a:p>
          <a:p>
            <a:pPr marL="571500" marR="0" lvl="0" indent="-571500" defTabSz="3814763" eaLnBrk="1" fontAlgn="base" latinLnBrk="0" hangingPunct="1">
              <a:lnSpc>
                <a:spcPct val="100000"/>
              </a:lnSpc>
              <a:spcBef>
                <a:spcPct val="0"/>
              </a:spcBef>
              <a:spcAft>
                <a:spcPct val="0"/>
              </a:spcAft>
              <a:buClrTx/>
              <a:buSzTx/>
              <a:buFont typeface="Arial" panose="020B0604020202020204" pitchFamily="34" charset="0"/>
              <a:buChar char="•"/>
              <a:tabLst/>
              <a:defRPr/>
            </a:pPr>
            <a:r>
              <a:rPr lang="en-US" altLang="en-US" sz="3600" kern="0" noProof="0" dirty="0" err="1" smtClean="0">
                <a:solidFill>
                  <a:srgbClr val="000000"/>
                </a:solidFill>
                <a:latin typeface="Tahoma" panose="020B0604030504040204" pitchFamily="34" charset="0"/>
                <a:ea typeface="Tahoma" panose="020B0604030504040204" pitchFamily="34" charset="0"/>
                <a:cs typeface="Tahoma" panose="020B0604030504040204" pitchFamily="34" charset="0"/>
              </a:rPr>
              <a:t>Reaver</a:t>
            </a:r>
            <a:r>
              <a:rPr lang="en-US" altLang="en-US" sz="3600" kern="0" noProof="0" dirty="0" smtClean="0">
                <a:solidFill>
                  <a:srgbClr val="000000"/>
                </a:solidFill>
                <a:latin typeface="Tahoma" panose="020B0604030504040204" pitchFamily="34" charset="0"/>
                <a:ea typeface="Tahoma" panose="020B0604030504040204" pitchFamily="34" charset="0"/>
                <a:cs typeface="Tahoma" panose="020B0604030504040204" pitchFamily="34" charset="0"/>
              </a:rPr>
              <a:t> v1.4</a:t>
            </a:r>
          </a:p>
        </p:txBody>
      </p:sp>
      <p:sp>
        <p:nvSpPr>
          <p:cNvPr id="8" name="Rounded Rectangle 7"/>
          <p:cNvSpPr/>
          <p:nvPr/>
        </p:nvSpPr>
        <p:spPr bwMode="auto">
          <a:xfrm>
            <a:off x="30137098" y="6400799"/>
            <a:ext cx="11849102" cy="13330722"/>
          </a:xfrm>
          <a:prstGeom prst="roundRect">
            <a:avLst/>
          </a:prstGeom>
          <a:solidFill>
            <a:srgbClr val="FFFFFF"/>
          </a:solidFill>
          <a:ln w="9525" cap="flat" cmpd="sng" algn="ctr">
            <a:solidFill>
              <a:srgbClr val="000000"/>
            </a:solidFill>
            <a:prstDash val="solid"/>
            <a:round/>
            <a:headEnd type="none" w="med" len="med"/>
            <a:tailEnd type="none" w="med" len="med"/>
          </a:ln>
          <a:effectLst>
            <a:outerShdw blurRad="50800" dist="38100" dir="2700000" algn="tl" rotWithShape="0">
              <a:prstClr val="black">
                <a:alpha val="40000"/>
              </a:prstClr>
            </a:outerShdw>
          </a:effectLst>
        </p:spPr>
        <p:txBody>
          <a:bodyPr/>
          <a:lstStyle>
            <a:lvl1pPr defTabSz="3814763">
              <a:defRPr sz="10000">
                <a:solidFill>
                  <a:schemeClr val="tx1"/>
                </a:solidFill>
                <a:latin typeface="Times New Roman" pitchFamily="18" charset="0"/>
                <a:cs typeface="Arial" charset="0"/>
              </a:defRPr>
            </a:lvl1pPr>
            <a:lvl2pPr marL="742950" indent="-285750" defTabSz="3814763">
              <a:defRPr sz="10000">
                <a:solidFill>
                  <a:schemeClr val="tx1"/>
                </a:solidFill>
                <a:latin typeface="Times New Roman" pitchFamily="18" charset="0"/>
                <a:cs typeface="Arial" charset="0"/>
              </a:defRPr>
            </a:lvl2pPr>
            <a:lvl3pPr marL="1143000" indent="-228600" defTabSz="3814763">
              <a:defRPr sz="10000">
                <a:solidFill>
                  <a:schemeClr val="tx1"/>
                </a:solidFill>
                <a:latin typeface="Times New Roman" pitchFamily="18" charset="0"/>
                <a:cs typeface="Arial" charset="0"/>
              </a:defRPr>
            </a:lvl3pPr>
            <a:lvl4pPr marL="1600200" indent="-228600" defTabSz="3814763">
              <a:defRPr sz="10000">
                <a:solidFill>
                  <a:schemeClr val="tx1"/>
                </a:solidFill>
                <a:latin typeface="Times New Roman" pitchFamily="18" charset="0"/>
                <a:cs typeface="Arial" charset="0"/>
              </a:defRPr>
            </a:lvl4pPr>
            <a:lvl5pPr marL="2057400" indent="-228600" defTabSz="3814763">
              <a:defRPr sz="10000">
                <a:solidFill>
                  <a:schemeClr val="tx1"/>
                </a:solidFill>
                <a:latin typeface="Times New Roman" pitchFamily="18" charset="0"/>
                <a:cs typeface="Arial" charset="0"/>
              </a:defRPr>
            </a:lvl5pPr>
            <a:lvl6pPr marL="2514600" indent="-228600" defTabSz="3814763" fontAlgn="base">
              <a:spcBef>
                <a:spcPct val="0"/>
              </a:spcBef>
              <a:spcAft>
                <a:spcPct val="0"/>
              </a:spcAft>
              <a:defRPr sz="10000">
                <a:solidFill>
                  <a:schemeClr val="tx1"/>
                </a:solidFill>
                <a:latin typeface="Times New Roman" pitchFamily="18" charset="0"/>
                <a:cs typeface="Arial" charset="0"/>
              </a:defRPr>
            </a:lvl6pPr>
            <a:lvl7pPr marL="2971800" indent="-228600" defTabSz="3814763" fontAlgn="base">
              <a:spcBef>
                <a:spcPct val="0"/>
              </a:spcBef>
              <a:spcAft>
                <a:spcPct val="0"/>
              </a:spcAft>
              <a:defRPr sz="10000">
                <a:solidFill>
                  <a:schemeClr val="tx1"/>
                </a:solidFill>
                <a:latin typeface="Times New Roman" pitchFamily="18" charset="0"/>
                <a:cs typeface="Arial" charset="0"/>
              </a:defRPr>
            </a:lvl7pPr>
            <a:lvl8pPr marL="3429000" indent="-228600" defTabSz="3814763" fontAlgn="base">
              <a:spcBef>
                <a:spcPct val="0"/>
              </a:spcBef>
              <a:spcAft>
                <a:spcPct val="0"/>
              </a:spcAft>
              <a:defRPr sz="10000">
                <a:solidFill>
                  <a:schemeClr val="tx1"/>
                </a:solidFill>
                <a:latin typeface="Times New Roman" pitchFamily="18" charset="0"/>
                <a:cs typeface="Arial" charset="0"/>
              </a:defRPr>
            </a:lvl8pPr>
            <a:lvl9pPr marL="3886200" indent="-228600" defTabSz="3814763" fontAlgn="base">
              <a:spcBef>
                <a:spcPct val="0"/>
              </a:spcBef>
              <a:spcAft>
                <a:spcPct val="0"/>
              </a:spcAft>
              <a:defRPr sz="10000">
                <a:solidFill>
                  <a:schemeClr val="tx1"/>
                </a:solidFill>
                <a:latin typeface="Times New Roman" pitchFamily="18" charset="0"/>
                <a:cs typeface="Arial" charset="0"/>
              </a:defRPr>
            </a:lvl9pPr>
          </a:lstStyle>
          <a:p>
            <a:pPr lvl="0" fontAlgn="base">
              <a:spcBef>
                <a:spcPct val="0"/>
              </a:spcBef>
              <a:spcAft>
                <a:spcPct val="0"/>
              </a:spcAft>
              <a:defRPr/>
            </a:pPr>
            <a:r>
              <a:rPr lang="en-US" altLang="en-US" sz="36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     WPS </a:t>
            </a:r>
            <a:r>
              <a:rPr lang="en-US" altLang="en-US" sz="3600" kern="0" dirty="0">
                <a:solidFill>
                  <a:srgbClr val="000000"/>
                </a:solidFill>
                <a:latin typeface="Tahoma" panose="020B0604030504040204" pitchFamily="34" charset="0"/>
                <a:ea typeface="Tahoma" panose="020B0604030504040204" pitchFamily="34" charset="0"/>
                <a:cs typeface="Tahoma" panose="020B0604030504040204" pitchFamily="34" charset="0"/>
              </a:rPr>
              <a:t>security protocol is a tradeoff between security and convenience. It enables a user to easily connect to Wi-Fi with an eight digit pin. Using WPS makes the router vulnerable to </a:t>
            </a:r>
            <a:r>
              <a:rPr lang="en-US" altLang="en-US" sz="36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brute-force </a:t>
            </a:r>
            <a:r>
              <a:rPr lang="en-US" altLang="en-US" sz="3600" kern="0" dirty="0">
                <a:solidFill>
                  <a:srgbClr val="000000"/>
                </a:solidFill>
                <a:latin typeface="Tahoma" panose="020B0604030504040204" pitchFamily="34" charset="0"/>
                <a:ea typeface="Tahoma" panose="020B0604030504040204" pitchFamily="34" charset="0"/>
                <a:cs typeface="Tahoma" panose="020B0604030504040204" pitchFamily="34" charset="0"/>
              </a:rPr>
              <a:t>attacks.</a:t>
            </a:r>
            <a:r>
              <a:rPr kumimoji="0" lang="en-US" altLang="en-US" sz="3600" b="0" i="0" u="none" strike="noStrike" kern="0" cap="none" spc="0" normalizeH="0" baseline="0" noProof="0" dirty="0"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a:t>
            </a:r>
          </a:p>
          <a:p>
            <a:pPr marL="0" marR="0" lvl="0" indent="0" defTabSz="3814763" eaLnBrk="1" fontAlgn="base" latinLnBrk="0" hangingPunct="1">
              <a:lnSpc>
                <a:spcPct val="100000"/>
              </a:lnSpc>
              <a:spcBef>
                <a:spcPct val="0"/>
              </a:spcBef>
              <a:spcAft>
                <a:spcPct val="0"/>
              </a:spcAft>
              <a:buClrTx/>
              <a:buSzTx/>
              <a:buFontTx/>
              <a:buNone/>
              <a:tabLst/>
              <a:defRPr/>
            </a:pPr>
            <a:r>
              <a:rPr kumimoji="0" lang="en-US" altLang="en-US" sz="3600" b="0" i="0" u="none" strike="noStrike" kern="0" cap="none" spc="0" normalizeH="0" baseline="0" noProof="0" dirty="0"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en-US" altLang="en-US" sz="3600" b="0" i="0" u="none" strike="noStrike" kern="0" cap="none" spc="0" normalizeH="0" baseline="0" noProof="0" dirty="0" err="1"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Reaver</a:t>
            </a:r>
            <a:r>
              <a:rPr kumimoji="0" lang="en-US" altLang="en-US" sz="3600" b="0" i="0" u="none" strike="noStrike" kern="0" cap="none" spc="0" normalizeH="0" baseline="0" noProof="0" dirty="0"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brute-forces a router’s pin with only</a:t>
            </a:r>
            <a:r>
              <a:rPr kumimoji="0" lang="en-US" altLang="en-US" sz="3600" b="0" i="0" u="none" strike="noStrike" kern="0" cap="none" spc="0" normalizeH="0" noProof="0" dirty="0"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11,000 tries but in reality, it only takes half the time. WPS authentication protocol cuts the pin in half which reduces the original amount of attempts. So the first half is 10,000 attempts or 10^4. The second half is shortened even more because the last digit of the pin is a checksum. So the second part of the pin is only 1,000 attempts or 10^3. If it took twenty seconds per pin, then it would take only two and a half days to test out all the pins.</a:t>
            </a:r>
          </a:p>
          <a:p>
            <a:pPr marL="0" marR="0" lvl="0" indent="0" defTabSz="3814763" eaLnBrk="1" fontAlgn="base" latinLnBrk="0" hangingPunct="1">
              <a:lnSpc>
                <a:spcPct val="100000"/>
              </a:lnSpc>
              <a:spcBef>
                <a:spcPct val="0"/>
              </a:spcBef>
              <a:spcAft>
                <a:spcPct val="0"/>
              </a:spcAft>
              <a:buClrTx/>
              <a:buSzTx/>
              <a:buFontTx/>
              <a:buNone/>
              <a:tabLst/>
              <a:defRPr/>
            </a:pPr>
            <a:r>
              <a:rPr lang="en-US" altLang="en-US" sz="3600" kern="0" dirty="0">
                <a:solidFill>
                  <a:srgbClr val="000000"/>
                </a:solidFill>
                <a:latin typeface="Tahoma" panose="020B0604030504040204" pitchFamily="34" charset="0"/>
                <a:ea typeface="Tahoma" panose="020B0604030504040204" pitchFamily="34" charset="0"/>
                <a:cs typeface="Tahoma" panose="020B0604030504040204" pitchFamily="34" charset="0"/>
              </a:rPr>
              <a:t> </a:t>
            </a:r>
            <a:r>
              <a:rPr lang="en-US" altLang="en-US" sz="36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    There are a couple ways to combat this vulnerability: </a:t>
            </a:r>
            <a:endParaRPr lang="en-US" altLang="en-US" sz="3600" kern="0" dirty="0">
              <a:solidFill>
                <a:srgbClr val="000000"/>
              </a:solidFill>
              <a:latin typeface="Tahoma" panose="020B0604030504040204" pitchFamily="34" charset="0"/>
              <a:ea typeface="Tahoma" panose="020B0604030504040204" pitchFamily="34" charset="0"/>
              <a:cs typeface="Tahoma" panose="020B0604030504040204" pitchFamily="34" charset="0"/>
            </a:endParaRPr>
          </a:p>
          <a:p>
            <a:pPr marL="571500" marR="0" lvl="0" indent="-571500" defTabSz="3814763"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en-US" sz="3600" b="0" i="0" u="none" strike="noStrike" kern="0" cap="none" spc="0" normalizeH="0" noProof="0" dirty="0"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Increase the length of the pin</a:t>
            </a:r>
          </a:p>
          <a:p>
            <a:pPr marL="571500" marR="0" lvl="0" indent="-571500" defTabSz="3814763" eaLnBrk="1" fontAlgn="base" latinLnBrk="0" hangingPunct="1">
              <a:lnSpc>
                <a:spcPct val="100000"/>
              </a:lnSpc>
              <a:spcBef>
                <a:spcPct val="0"/>
              </a:spcBef>
              <a:spcAft>
                <a:spcPct val="0"/>
              </a:spcAft>
              <a:buClrTx/>
              <a:buSzTx/>
              <a:buFont typeface="Arial" panose="020B0604020202020204" pitchFamily="34" charset="0"/>
              <a:buChar char="•"/>
              <a:tabLst/>
              <a:defRPr/>
            </a:pPr>
            <a:r>
              <a:rPr lang="en-US" altLang="en-US" sz="36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Disable WPS (does not  always work)</a:t>
            </a:r>
          </a:p>
          <a:p>
            <a:pPr marL="571500" marR="0" lvl="0" indent="-571500" defTabSz="3814763"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en-US" sz="3600" b="0" i="0" u="none" strike="noStrike" kern="0" cap="none" spc="0" normalizeH="0" noProof="0" dirty="0"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Increase the time of timeout session after wrong pin is </a:t>
            </a:r>
            <a:r>
              <a:rPr lang="en-US" altLang="en-US" sz="36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entered</a:t>
            </a:r>
          </a:p>
          <a:p>
            <a:pPr marL="571500" marR="0" lvl="0" indent="-571500" defTabSz="3814763" eaLnBrk="1" fontAlgn="base" latinLnBrk="0" hangingPunct="1">
              <a:lnSpc>
                <a:spcPct val="100000"/>
              </a:lnSpc>
              <a:spcBef>
                <a:spcPct val="0"/>
              </a:spcBef>
              <a:spcAft>
                <a:spcPct val="0"/>
              </a:spcAft>
              <a:buClrTx/>
              <a:buSzTx/>
              <a:buFont typeface="Arial" panose="020B0604020202020204" pitchFamily="34" charset="0"/>
              <a:buChar char="•"/>
              <a:tabLst/>
              <a:defRPr/>
            </a:pPr>
            <a:r>
              <a:rPr lang="en-US" altLang="en-US" sz="3600" kern="0" dirty="0">
                <a:solidFill>
                  <a:srgbClr val="000000"/>
                </a:solidFill>
                <a:latin typeface="Tahoma" panose="020B0604030504040204" pitchFamily="34" charset="0"/>
                <a:ea typeface="Tahoma" panose="020B0604030504040204" pitchFamily="34" charset="0"/>
                <a:cs typeface="Tahoma" panose="020B0604030504040204" pitchFamily="34" charset="0"/>
              </a:rPr>
              <a:t>U</a:t>
            </a:r>
            <a:r>
              <a:rPr kumimoji="0" lang="en-US" altLang="en-US" sz="3600" b="0" i="0" u="none" strike="noStrike" kern="0" cap="none" spc="0" normalizeH="0" noProof="0" dirty="0"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se PBC (Push button configuration) instead of WPS</a:t>
            </a:r>
          </a:p>
          <a:p>
            <a:pPr marL="0" marR="0" lvl="0" indent="0" defTabSz="3814763" eaLnBrk="1" fontAlgn="base" latinLnBrk="0" hangingPunct="1">
              <a:lnSpc>
                <a:spcPct val="100000"/>
              </a:lnSpc>
              <a:spcBef>
                <a:spcPct val="0"/>
              </a:spcBef>
              <a:spcAft>
                <a:spcPct val="0"/>
              </a:spcAft>
              <a:buClrTx/>
              <a:buSzTx/>
              <a:buFontTx/>
              <a:buNone/>
              <a:tabLst/>
              <a:defRPr/>
            </a:pPr>
            <a:r>
              <a:rPr lang="en-US" altLang="en-US" sz="36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     </a:t>
            </a:r>
            <a:endParaRPr kumimoji="0" lang="en-US" altLang="en-US" sz="3600" b="0" i="0" u="none" strike="noStrike" kern="0" cap="none" spc="0" normalizeH="0" baseline="0" noProof="0" dirty="0"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9" name="Rounded Rectangle 8"/>
          <p:cNvSpPr/>
          <p:nvPr/>
        </p:nvSpPr>
        <p:spPr bwMode="auto">
          <a:xfrm>
            <a:off x="1828800" y="19463320"/>
            <a:ext cx="11925302" cy="12515975"/>
          </a:xfrm>
          <a:prstGeom prst="roundRect">
            <a:avLst/>
          </a:prstGeom>
          <a:solidFill>
            <a:srgbClr val="FFFFFF"/>
          </a:solidFill>
          <a:ln w="9525" cap="flat" cmpd="sng" algn="ctr">
            <a:solidFill>
              <a:srgbClr val="000000"/>
            </a:solidFill>
            <a:prstDash val="solid"/>
            <a:round/>
            <a:headEnd type="none" w="med" len="med"/>
            <a:tailEnd type="none" w="med" len="med"/>
          </a:ln>
          <a:effectLst>
            <a:outerShdw blurRad="50800" dist="38100" dir="2700000" algn="tl" rotWithShape="0">
              <a:prstClr val="black">
                <a:alpha val="40000"/>
              </a:prstClr>
            </a:outerShdw>
          </a:effectLst>
        </p:spPr>
        <p:txBody>
          <a:bodyPr/>
          <a:lstStyle>
            <a:lvl1pPr defTabSz="3814763">
              <a:defRPr sz="10000">
                <a:solidFill>
                  <a:schemeClr val="tx1"/>
                </a:solidFill>
                <a:latin typeface="Times New Roman" pitchFamily="18" charset="0"/>
                <a:cs typeface="Arial" charset="0"/>
              </a:defRPr>
            </a:lvl1pPr>
            <a:lvl2pPr marL="742950" indent="-285750" defTabSz="3814763">
              <a:defRPr sz="10000">
                <a:solidFill>
                  <a:schemeClr val="tx1"/>
                </a:solidFill>
                <a:latin typeface="Times New Roman" pitchFamily="18" charset="0"/>
                <a:cs typeface="Arial" charset="0"/>
              </a:defRPr>
            </a:lvl2pPr>
            <a:lvl3pPr marL="1143000" indent="-228600" defTabSz="3814763">
              <a:defRPr sz="10000">
                <a:solidFill>
                  <a:schemeClr val="tx1"/>
                </a:solidFill>
                <a:latin typeface="Times New Roman" pitchFamily="18" charset="0"/>
                <a:cs typeface="Arial" charset="0"/>
              </a:defRPr>
            </a:lvl3pPr>
            <a:lvl4pPr marL="1600200" indent="-228600" defTabSz="3814763">
              <a:defRPr sz="10000">
                <a:solidFill>
                  <a:schemeClr val="tx1"/>
                </a:solidFill>
                <a:latin typeface="Times New Roman" pitchFamily="18" charset="0"/>
                <a:cs typeface="Arial" charset="0"/>
              </a:defRPr>
            </a:lvl4pPr>
            <a:lvl5pPr marL="2057400" indent="-228600" defTabSz="3814763">
              <a:defRPr sz="10000">
                <a:solidFill>
                  <a:schemeClr val="tx1"/>
                </a:solidFill>
                <a:latin typeface="Times New Roman" pitchFamily="18" charset="0"/>
                <a:cs typeface="Arial" charset="0"/>
              </a:defRPr>
            </a:lvl5pPr>
            <a:lvl6pPr marL="2514600" indent="-228600" defTabSz="3814763" fontAlgn="base">
              <a:spcBef>
                <a:spcPct val="0"/>
              </a:spcBef>
              <a:spcAft>
                <a:spcPct val="0"/>
              </a:spcAft>
              <a:defRPr sz="10000">
                <a:solidFill>
                  <a:schemeClr val="tx1"/>
                </a:solidFill>
                <a:latin typeface="Times New Roman" pitchFamily="18" charset="0"/>
                <a:cs typeface="Arial" charset="0"/>
              </a:defRPr>
            </a:lvl6pPr>
            <a:lvl7pPr marL="2971800" indent="-228600" defTabSz="3814763" fontAlgn="base">
              <a:spcBef>
                <a:spcPct val="0"/>
              </a:spcBef>
              <a:spcAft>
                <a:spcPct val="0"/>
              </a:spcAft>
              <a:defRPr sz="10000">
                <a:solidFill>
                  <a:schemeClr val="tx1"/>
                </a:solidFill>
                <a:latin typeface="Times New Roman" pitchFamily="18" charset="0"/>
                <a:cs typeface="Arial" charset="0"/>
              </a:defRPr>
            </a:lvl7pPr>
            <a:lvl8pPr marL="3429000" indent="-228600" defTabSz="3814763" fontAlgn="base">
              <a:spcBef>
                <a:spcPct val="0"/>
              </a:spcBef>
              <a:spcAft>
                <a:spcPct val="0"/>
              </a:spcAft>
              <a:defRPr sz="10000">
                <a:solidFill>
                  <a:schemeClr val="tx1"/>
                </a:solidFill>
                <a:latin typeface="Times New Roman" pitchFamily="18" charset="0"/>
                <a:cs typeface="Arial" charset="0"/>
              </a:defRPr>
            </a:lvl8pPr>
            <a:lvl9pPr marL="3886200" indent="-228600" defTabSz="3814763" fontAlgn="base">
              <a:spcBef>
                <a:spcPct val="0"/>
              </a:spcBef>
              <a:spcAft>
                <a:spcPct val="0"/>
              </a:spcAft>
              <a:defRPr sz="10000">
                <a:solidFill>
                  <a:schemeClr val="tx1"/>
                </a:solidFill>
                <a:latin typeface="Times New Roman" pitchFamily="18" charset="0"/>
                <a:cs typeface="Arial" charset="0"/>
              </a:defRPr>
            </a:lvl9pPr>
          </a:lstStyle>
          <a:p>
            <a:pPr marL="457200" marR="0" indent="-457200">
              <a:spcAft>
                <a:spcPts val="0"/>
              </a:spcAft>
            </a:pPr>
            <a:r>
              <a:rPr lang="en-US" sz="3600" dirty="0" err="1">
                <a:latin typeface="Tahoma" panose="020B0604030504040204" pitchFamily="34" charset="0"/>
                <a:ea typeface="Tahoma" panose="020B0604030504040204" pitchFamily="34" charset="0"/>
                <a:cs typeface="Tahoma" panose="020B0604030504040204" pitchFamily="34" charset="0"/>
              </a:rPr>
              <a:t>Aked</a:t>
            </a:r>
            <a:r>
              <a:rPr lang="en-US" sz="3600" dirty="0">
                <a:latin typeface="Tahoma" panose="020B0604030504040204" pitchFamily="34" charset="0"/>
                <a:ea typeface="Tahoma" panose="020B0604030504040204" pitchFamily="34" charset="0"/>
                <a:cs typeface="Tahoma" panose="020B0604030504040204" pitchFamily="34" charset="0"/>
              </a:rPr>
              <a:t>, S., Bolan, C., &amp; Brand, M. (</a:t>
            </a:r>
            <a:r>
              <a:rPr lang="en-US" sz="3600" dirty="0" err="1">
                <a:latin typeface="Tahoma" panose="020B0604030504040204" pitchFamily="34" charset="0"/>
                <a:ea typeface="Tahoma" panose="020B0604030504040204" pitchFamily="34" charset="0"/>
                <a:cs typeface="Tahoma" panose="020B0604030504040204" pitchFamily="34" charset="0"/>
              </a:rPr>
              <a:t>n.d.</a:t>
            </a:r>
            <a:r>
              <a:rPr lang="en-US" sz="3600" dirty="0">
                <a:latin typeface="Tahoma" panose="020B0604030504040204" pitchFamily="34" charset="0"/>
                <a:ea typeface="Tahoma" panose="020B0604030504040204" pitchFamily="34" charset="0"/>
                <a:cs typeface="Tahoma" panose="020B0604030504040204" pitchFamily="34" charset="0"/>
              </a:rPr>
              <a:t>). </a:t>
            </a:r>
            <a:r>
              <a:rPr lang="en-US" sz="3600" i="1" dirty="0">
                <a:latin typeface="Tahoma" panose="020B0604030504040204" pitchFamily="34" charset="0"/>
                <a:ea typeface="Tahoma" panose="020B0604030504040204" pitchFamily="34" charset="0"/>
                <a:cs typeface="Tahoma" panose="020B0604030504040204" pitchFamily="34" charset="0"/>
              </a:rPr>
              <a:t>An Investigation </a:t>
            </a:r>
            <a:r>
              <a:rPr lang="en-US" sz="3600" i="1" dirty="0" err="1">
                <a:latin typeface="Tahoma" panose="020B0604030504040204" pitchFamily="34" charset="0"/>
                <a:ea typeface="Tahoma" panose="020B0604030504040204" pitchFamily="34" charset="0"/>
                <a:cs typeface="Tahoma" panose="020B0604030504040204" pitchFamily="34" charset="0"/>
              </a:rPr>
              <a:t>IntoThe</a:t>
            </a:r>
            <a:r>
              <a:rPr lang="en-US" sz="3600" i="1" dirty="0">
                <a:latin typeface="Tahoma" panose="020B0604030504040204" pitchFamily="34" charset="0"/>
                <a:ea typeface="Tahoma" panose="020B0604030504040204" pitchFamily="34" charset="0"/>
                <a:cs typeface="Tahoma" panose="020B0604030504040204" pitchFamily="34" charset="0"/>
              </a:rPr>
              <a:t> Wi-Fi Protected Setup Pin of The Linksys WRT160N V2.</a:t>
            </a:r>
            <a:r>
              <a:rPr lang="en-US" sz="3600" dirty="0">
                <a:latin typeface="Tahoma" panose="020B0604030504040204" pitchFamily="34" charset="0"/>
                <a:ea typeface="Tahoma" panose="020B0604030504040204" pitchFamily="34" charset="0"/>
                <a:cs typeface="Tahoma" panose="020B0604030504040204" pitchFamily="34" charset="0"/>
              </a:rPr>
              <a:t> Retrieved November 13, 2013, from http://ro.ecu.edu.au/cgi/viewcontent.cgi?article=1139&amp;context=ism</a:t>
            </a:r>
          </a:p>
          <a:p>
            <a:pPr marL="457200" marR="0" indent="-457200">
              <a:spcAft>
                <a:spcPts val="0"/>
              </a:spcAft>
            </a:pPr>
            <a:r>
              <a:rPr lang="en-US" sz="3600" dirty="0">
                <a:latin typeface="Tahoma" panose="020B0604030504040204" pitchFamily="34" charset="0"/>
                <a:ea typeface="Tahoma" panose="020B0604030504040204" pitchFamily="34" charset="0"/>
                <a:cs typeface="Tahoma" panose="020B0604030504040204" pitchFamily="34" charset="0"/>
              </a:rPr>
              <a:t>Heffner, C. (2012, January 6). </a:t>
            </a:r>
            <a:r>
              <a:rPr lang="en-US" sz="3600" i="1" dirty="0" err="1">
                <a:latin typeface="Tahoma" panose="020B0604030504040204" pitchFamily="34" charset="0"/>
                <a:ea typeface="Tahoma" panose="020B0604030504040204" pitchFamily="34" charset="0"/>
                <a:cs typeface="Tahoma" panose="020B0604030504040204" pitchFamily="34" charset="0"/>
              </a:rPr>
              <a:t>Reaver</a:t>
            </a:r>
            <a:r>
              <a:rPr lang="en-US" sz="3600" i="1" dirty="0">
                <a:latin typeface="Tahoma" panose="020B0604030504040204" pitchFamily="34" charset="0"/>
                <a:ea typeface="Tahoma" panose="020B0604030504040204" pitchFamily="34" charset="0"/>
                <a:cs typeface="Tahoma" panose="020B0604030504040204" pitchFamily="34" charset="0"/>
              </a:rPr>
              <a:t> README.</a:t>
            </a:r>
            <a:r>
              <a:rPr lang="en-US" sz="3600" dirty="0">
                <a:latin typeface="Tahoma" panose="020B0604030504040204" pitchFamily="34" charset="0"/>
                <a:ea typeface="Tahoma" panose="020B0604030504040204" pitchFamily="34" charset="0"/>
                <a:cs typeface="Tahoma" panose="020B0604030504040204" pitchFamily="34" charset="0"/>
              </a:rPr>
              <a:t> Retrieved November 13, 2013, from </a:t>
            </a:r>
            <a:r>
              <a:rPr lang="en-US" sz="3600" dirty="0" err="1">
                <a:latin typeface="Tahoma" panose="020B0604030504040204" pitchFamily="34" charset="0"/>
                <a:ea typeface="Tahoma" panose="020B0604030504040204" pitchFamily="34" charset="0"/>
                <a:cs typeface="Tahoma" panose="020B0604030504040204" pitchFamily="34" charset="0"/>
              </a:rPr>
              <a:t>Reaver</a:t>
            </a:r>
            <a:r>
              <a:rPr lang="en-US" sz="3600" dirty="0">
                <a:latin typeface="Tahoma" panose="020B0604030504040204" pitchFamily="34" charset="0"/>
                <a:ea typeface="Tahoma" panose="020B0604030504040204" pitchFamily="34" charset="0"/>
                <a:cs typeface="Tahoma" panose="020B0604030504040204" pitchFamily="34" charset="0"/>
              </a:rPr>
              <a:t>-WPS: http://code.google.com/p/reaver-wps/wiki/README</a:t>
            </a:r>
          </a:p>
          <a:p>
            <a:pPr marL="457200" marR="0" indent="-457200">
              <a:spcAft>
                <a:spcPts val="0"/>
              </a:spcAft>
            </a:pPr>
            <a:r>
              <a:rPr lang="en-US" sz="3600" dirty="0" err="1">
                <a:latin typeface="Tahoma" panose="020B0604030504040204" pitchFamily="34" charset="0"/>
                <a:ea typeface="Tahoma" panose="020B0604030504040204" pitchFamily="34" charset="0"/>
                <a:cs typeface="Tahoma" panose="020B0604030504040204" pitchFamily="34" charset="0"/>
              </a:rPr>
              <a:t>Viehbock</a:t>
            </a:r>
            <a:r>
              <a:rPr lang="en-US" sz="3600" dirty="0">
                <a:latin typeface="Tahoma" panose="020B0604030504040204" pitchFamily="34" charset="0"/>
                <a:ea typeface="Tahoma" panose="020B0604030504040204" pitchFamily="34" charset="0"/>
                <a:cs typeface="Tahoma" panose="020B0604030504040204" pitchFamily="34" charset="0"/>
              </a:rPr>
              <a:t>, S. (2011, December 26). </a:t>
            </a:r>
            <a:r>
              <a:rPr lang="en-US" sz="3600" i="1" dirty="0">
                <a:latin typeface="Tahoma" panose="020B0604030504040204" pitchFamily="34" charset="0"/>
                <a:ea typeface="Tahoma" panose="020B0604030504040204" pitchFamily="34" charset="0"/>
                <a:cs typeface="Tahoma" panose="020B0604030504040204" pitchFamily="34" charset="0"/>
              </a:rPr>
              <a:t>Brute forcing Wi-Fi Protected Setup.</a:t>
            </a:r>
            <a:r>
              <a:rPr lang="en-US" sz="3600" dirty="0">
                <a:latin typeface="Tahoma" panose="020B0604030504040204" pitchFamily="34" charset="0"/>
                <a:ea typeface="Tahoma" panose="020B0604030504040204" pitchFamily="34" charset="0"/>
                <a:cs typeface="Tahoma" panose="020B0604030504040204" pitchFamily="34" charset="0"/>
              </a:rPr>
              <a:t> Retrieved November 11, 2013, from http://sviehb.files.wordpress.com/2011/12/viehboeck_wps.pdf</a:t>
            </a:r>
          </a:p>
          <a:p>
            <a:pPr marL="457200" marR="0" indent="-457200">
              <a:spcAft>
                <a:spcPts val="0"/>
              </a:spcAft>
            </a:pPr>
            <a:r>
              <a:rPr lang="en-US" sz="3600" dirty="0">
                <a:latin typeface="Tahoma" panose="020B0604030504040204" pitchFamily="34" charset="0"/>
                <a:ea typeface="Tahoma" panose="020B0604030504040204" pitchFamily="34" charset="0"/>
                <a:cs typeface="Tahoma" panose="020B0604030504040204" pitchFamily="34" charset="0"/>
              </a:rPr>
              <a:t>Wi-Fi Alliance. (2007). </a:t>
            </a:r>
            <a:r>
              <a:rPr lang="en-US" sz="3600" i="1" dirty="0">
                <a:latin typeface="Tahoma" panose="020B0604030504040204" pitchFamily="34" charset="0"/>
                <a:ea typeface="Tahoma" panose="020B0604030504040204" pitchFamily="34" charset="0"/>
                <a:cs typeface="Tahoma" panose="020B0604030504040204" pitchFamily="34" charset="0"/>
              </a:rPr>
              <a:t>Wi-Fi Certified for Wi-Fi Protected Setup: Easing the User Experience for Home and Small Office Wi-Fi Networks.</a:t>
            </a:r>
            <a:r>
              <a:rPr lang="en-US" sz="3600" dirty="0">
                <a:latin typeface="Tahoma" panose="020B0604030504040204" pitchFamily="34" charset="0"/>
                <a:ea typeface="Tahoma" panose="020B0604030504040204" pitchFamily="34" charset="0"/>
                <a:cs typeface="Tahoma" panose="020B0604030504040204" pitchFamily="34" charset="0"/>
              </a:rPr>
              <a:t> Retrieved November 13, 2013, from Wi-Fi Alliance: http://</a:t>
            </a:r>
            <a:r>
              <a:rPr lang="en-US" sz="3600" dirty="0" smtClean="0">
                <a:latin typeface="Tahoma" panose="020B0604030504040204" pitchFamily="34" charset="0"/>
                <a:ea typeface="Tahoma" panose="020B0604030504040204" pitchFamily="34" charset="0"/>
                <a:cs typeface="Tahoma" panose="020B0604030504040204" pitchFamily="34" charset="0"/>
              </a:rPr>
              <a:t>www.wi-fi.org/files/wp_18_20070108_Wi-Fi_Protected_Setup_WP_FINAL.pdf</a:t>
            </a:r>
            <a:endParaRPr lang="en-US" sz="3600" dirty="0">
              <a:effectLst/>
              <a:latin typeface="Tahoma" panose="020B0604030504040204" pitchFamily="34" charset="0"/>
              <a:ea typeface="Tahoma" panose="020B0604030504040204" pitchFamily="34" charset="0"/>
              <a:cs typeface="Tahoma" panose="020B0604030504040204" pitchFamily="34" charset="0"/>
            </a:endParaRPr>
          </a:p>
        </p:txBody>
      </p:sp>
      <p:sp>
        <p:nvSpPr>
          <p:cNvPr id="10" name="Rounded Rectangle 9"/>
          <p:cNvSpPr/>
          <p:nvPr/>
        </p:nvSpPr>
        <p:spPr bwMode="auto">
          <a:xfrm>
            <a:off x="30137098" y="29312295"/>
            <a:ext cx="12006946" cy="2667000"/>
          </a:xfrm>
          <a:prstGeom prst="roundRect">
            <a:avLst/>
          </a:prstGeom>
          <a:solidFill>
            <a:srgbClr val="FFFFFF"/>
          </a:solidFill>
          <a:ln w="9525" cap="flat" cmpd="sng" algn="ctr">
            <a:solidFill>
              <a:srgbClr val="000000"/>
            </a:solidFill>
            <a:prstDash val="solid"/>
            <a:round/>
            <a:headEnd type="none" w="med" len="med"/>
            <a:tailEnd type="none" w="med" len="med"/>
          </a:ln>
          <a:effectLst>
            <a:outerShdw blurRad="50800" dist="38100" dir="2700000" algn="tl" rotWithShape="0">
              <a:prstClr val="black">
                <a:alpha val="40000"/>
              </a:prstClr>
            </a:outerShdw>
          </a:effectLst>
        </p:spPr>
        <p:txBody>
          <a:bodyPr/>
          <a:lstStyle>
            <a:lvl1pPr defTabSz="3814763">
              <a:defRPr sz="10000">
                <a:solidFill>
                  <a:schemeClr val="tx1"/>
                </a:solidFill>
                <a:latin typeface="Times New Roman" pitchFamily="18" charset="0"/>
                <a:cs typeface="Arial" charset="0"/>
              </a:defRPr>
            </a:lvl1pPr>
            <a:lvl2pPr marL="742950" indent="-285750" defTabSz="3814763">
              <a:defRPr sz="10000">
                <a:solidFill>
                  <a:schemeClr val="tx1"/>
                </a:solidFill>
                <a:latin typeface="Times New Roman" pitchFamily="18" charset="0"/>
                <a:cs typeface="Arial" charset="0"/>
              </a:defRPr>
            </a:lvl2pPr>
            <a:lvl3pPr marL="1143000" indent="-228600" defTabSz="3814763">
              <a:defRPr sz="10000">
                <a:solidFill>
                  <a:schemeClr val="tx1"/>
                </a:solidFill>
                <a:latin typeface="Times New Roman" pitchFamily="18" charset="0"/>
                <a:cs typeface="Arial" charset="0"/>
              </a:defRPr>
            </a:lvl3pPr>
            <a:lvl4pPr marL="1600200" indent="-228600" defTabSz="3814763">
              <a:defRPr sz="10000">
                <a:solidFill>
                  <a:schemeClr val="tx1"/>
                </a:solidFill>
                <a:latin typeface="Times New Roman" pitchFamily="18" charset="0"/>
                <a:cs typeface="Arial" charset="0"/>
              </a:defRPr>
            </a:lvl4pPr>
            <a:lvl5pPr marL="2057400" indent="-228600" defTabSz="3814763">
              <a:defRPr sz="10000">
                <a:solidFill>
                  <a:schemeClr val="tx1"/>
                </a:solidFill>
                <a:latin typeface="Times New Roman" pitchFamily="18" charset="0"/>
                <a:cs typeface="Arial" charset="0"/>
              </a:defRPr>
            </a:lvl5pPr>
            <a:lvl6pPr marL="2514600" indent="-228600" defTabSz="3814763" fontAlgn="base">
              <a:spcBef>
                <a:spcPct val="0"/>
              </a:spcBef>
              <a:spcAft>
                <a:spcPct val="0"/>
              </a:spcAft>
              <a:defRPr sz="10000">
                <a:solidFill>
                  <a:schemeClr val="tx1"/>
                </a:solidFill>
                <a:latin typeface="Times New Roman" pitchFamily="18" charset="0"/>
                <a:cs typeface="Arial" charset="0"/>
              </a:defRPr>
            </a:lvl6pPr>
            <a:lvl7pPr marL="2971800" indent="-228600" defTabSz="3814763" fontAlgn="base">
              <a:spcBef>
                <a:spcPct val="0"/>
              </a:spcBef>
              <a:spcAft>
                <a:spcPct val="0"/>
              </a:spcAft>
              <a:defRPr sz="10000">
                <a:solidFill>
                  <a:schemeClr val="tx1"/>
                </a:solidFill>
                <a:latin typeface="Times New Roman" pitchFamily="18" charset="0"/>
                <a:cs typeface="Arial" charset="0"/>
              </a:defRPr>
            </a:lvl7pPr>
            <a:lvl8pPr marL="3429000" indent="-228600" defTabSz="3814763" fontAlgn="base">
              <a:spcBef>
                <a:spcPct val="0"/>
              </a:spcBef>
              <a:spcAft>
                <a:spcPct val="0"/>
              </a:spcAft>
              <a:defRPr sz="10000">
                <a:solidFill>
                  <a:schemeClr val="tx1"/>
                </a:solidFill>
                <a:latin typeface="Times New Roman" pitchFamily="18" charset="0"/>
                <a:cs typeface="Arial" charset="0"/>
              </a:defRPr>
            </a:lvl8pPr>
            <a:lvl9pPr marL="3886200" indent="-228600" defTabSz="3814763" fontAlgn="base">
              <a:spcBef>
                <a:spcPct val="0"/>
              </a:spcBef>
              <a:spcAft>
                <a:spcPct val="0"/>
              </a:spcAft>
              <a:defRPr sz="10000">
                <a:solidFill>
                  <a:schemeClr val="tx1"/>
                </a:solidFill>
                <a:latin typeface="Times New Roman" pitchFamily="18" charset="0"/>
                <a:cs typeface="Arial" charset="0"/>
              </a:defRPr>
            </a:lvl9pPr>
          </a:lstStyle>
          <a:p>
            <a:pPr marL="0" marR="0" lvl="0" indent="0" defTabSz="3814763" eaLnBrk="1" fontAlgn="base" latinLnBrk="0" hangingPunct="1">
              <a:lnSpc>
                <a:spcPct val="100000"/>
              </a:lnSpc>
              <a:spcBef>
                <a:spcPct val="0"/>
              </a:spcBef>
              <a:spcAft>
                <a:spcPct val="0"/>
              </a:spcAft>
              <a:buClrTx/>
              <a:buSzTx/>
              <a:buFontTx/>
              <a:buNone/>
              <a:tabLst/>
              <a:defRPr/>
            </a:pPr>
            <a:r>
              <a:rPr kumimoji="0" lang="en-US" altLang="en-US" sz="3600" b="0" i="0" u="none" strike="noStrike" kern="0" cap="none" spc="0" normalizeH="0" baseline="0" noProof="0" dirty="0"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I would like to acknowledge that without the help and support of Professor Evan Siegel, this project would have not came to be. His wisdom has immensely helped with this project.</a:t>
            </a:r>
          </a:p>
        </p:txBody>
      </p:sp>
      <p:sp>
        <p:nvSpPr>
          <p:cNvPr id="12" name="TextBox 11"/>
          <p:cNvSpPr txBox="1"/>
          <p:nvPr/>
        </p:nvSpPr>
        <p:spPr>
          <a:xfrm>
            <a:off x="4337843" y="5939135"/>
            <a:ext cx="6792912" cy="92333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a:spAutoFit/>
          </a:bodyPr>
          <a:lstStyle/>
          <a:p>
            <a:pPr algn="ctr">
              <a:defRPr/>
            </a:pPr>
            <a:r>
              <a:rPr lang="en-US" sz="5400" dirty="0">
                <a:latin typeface="Tahoma" panose="020B0604030504040204" pitchFamily="34" charset="0"/>
                <a:ea typeface="Tahoma" panose="020B0604030504040204" pitchFamily="34" charset="0"/>
                <a:cs typeface="Tahoma" panose="020B0604030504040204" pitchFamily="34" charset="0"/>
              </a:rPr>
              <a:t>Abstract</a:t>
            </a:r>
          </a:p>
        </p:txBody>
      </p:sp>
      <p:sp>
        <p:nvSpPr>
          <p:cNvPr id="13" name="TextBox 12"/>
          <p:cNvSpPr txBox="1"/>
          <p:nvPr/>
        </p:nvSpPr>
        <p:spPr>
          <a:xfrm>
            <a:off x="4337844" y="14475915"/>
            <a:ext cx="6792912" cy="92333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a:spAutoFit/>
          </a:bodyPr>
          <a:lstStyle/>
          <a:p>
            <a:pPr algn="ctr">
              <a:defRPr/>
            </a:pPr>
            <a:r>
              <a:rPr lang="en-US" sz="5400" dirty="0" smtClean="0">
                <a:latin typeface="Tahoma" panose="020B0604030504040204" pitchFamily="34" charset="0"/>
                <a:ea typeface="Tahoma" panose="020B0604030504040204" pitchFamily="34" charset="0"/>
                <a:cs typeface="Tahoma" panose="020B0604030504040204" pitchFamily="34" charset="0"/>
              </a:rPr>
              <a:t>Materials</a:t>
            </a:r>
            <a:endParaRPr lang="en-US" sz="5400" dirty="0">
              <a:latin typeface="Tahoma" panose="020B0604030504040204" pitchFamily="34" charset="0"/>
              <a:ea typeface="Tahoma" panose="020B0604030504040204" pitchFamily="34" charset="0"/>
              <a:cs typeface="Tahoma" panose="020B0604030504040204" pitchFamily="34" charset="0"/>
            </a:endParaRPr>
          </a:p>
        </p:txBody>
      </p:sp>
      <p:sp>
        <p:nvSpPr>
          <p:cNvPr id="14" name="TextBox 13"/>
          <p:cNvSpPr txBox="1"/>
          <p:nvPr/>
        </p:nvSpPr>
        <p:spPr>
          <a:xfrm>
            <a:off x="18464779" y="5812387"/>
            <a:ext cx="6792912" cy="92333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a:spAutoFit/>
          </a:bodyPr>
          <a:lstStyle/>
          <a:p>
            <a:pPr algn="ctr">
              <a:defRPr/>
            </a:pPr>
            <a:r>
              <a:rPr lang="en-US" sz="5400" dirty="0" smtClean="0">
                <a:latin typeface="Tahoma" panose="020B0604030504040204" pitchFamily="34" charset="0"/>
                <a:ea typeface="Tahoma" panose="020B0604030504040204" pitchFamily="34" charset="0"/>
                <a:cs typeface="Tahoma" panose="020B0604030504040204" pitchFamily="34" charset="0"/>
              </a:rPr>
              <a:t>Method</a:t>
            </a:r>
            <a:endParaRPr lang="en-US" sz="5400" dirty="0">
              <a:latin typeface="Tahoma" panose="020B0604030504040204" pitchFamily="34" charset="0"/>
              <a:ea typeface="Tahoma" panose="020B0604030504040204" pitchFamily="34" charset="0"/>
              <a:cs typeface="Tahoma" panose="020B0604030504040204" pitchFamily="34" charset="0"/>
            </a:endParaRPr>
          </a:p>
        </p:txBody>
      </p:sp>
      <p:sp>
        <p:nvSpPr>
          <p:cNvPr id="15" name="TextBox 14"/>
          <p:cNvSpPr txBox="1"/>
          <p:nvPr/>
        </p:nvSpPr>
        <p:spPr>
          <a:xfrm>
            <a:off x="32591715" y="5939135"/>
            <a:ext cx="6792912" cy="92333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a:spAutoFit/>
          </a:bodyPr>
          <a:lstStyle/>
          <a:p>
            <a:pPr algn="ctr">
              <a:defRPr/>
            </a:pPr>
            <a:r>
              <a:rPr lang="en-US" sz="5400" dirty="0" smtClean="0">
                <a:latin typeface="Tahoma" panose="020B0604030504040204" pitchFamily="34" charset="0"/>
                <a:ea typeface="Tahoma" panose="020B0604030504040204" pitchFamily="34" charset="0"/>
                <a:cs typeface="Tahoma" panose="020B0604030504040204" pitchFamily="34" charset="0"/>
              </a:rPr>
              <a:t>Discussion</a:t>
            </a:r>
            <a:endParaRPr lang="en-US" sz="5400" dirty="0">
              <a:latin typeface="Tahoma" panose="020B0604030504040204" pitchFamily="34" charset="0"/>
              <a:ea typeface="Tahoma" panose="020B0604030504040204" pitchFamily="34" charset="0"/>
              <a:cs typeface="Tahoma" panose="020B0604030504040204" pitchFamily="34" charset="0"/>
            </a:endParaRPr>
          </a:p>
        </p:txBody>
      </p:sp>
      <p:sp>
        <p:nvSpPr>
          <p:cNvPr id="16" name="TextBox 15"/>
          <p:cNvSpPr txBox="1"/>
          <p:nvPr/>
        </p:nvSpPr>
        <p:spPr>
          <a:xfrm>
            <a:off x="4337843" y="18659636"/>
            <a:ext cx="6792912" cy="92333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a:spAutoFit/>
          </a:bodyPr>
          <a:lstStyle/>
          <a:p>
            <a:pPr algn="ctr">
              <a:defRPr/>
            </a:pPr>
            <a:r>
              <a:rPr lang="en-US" sz="5400" dirty="0" smtClean="0">
                <a:latin typeface="Tahoma" panose="020B0604030504040204" pitchFamily="34" charset="0"/>
                <a:ea typeface="Tahoma" panose="020B0604030504040204" pitchFamily="34" charset="0"/>
                <a:cs typeface="Tahoma" panose="020B0604030504040204" pitchFamily="34" charset="0"/>
              </a:rPr>
              <a:t>References</a:t>
            </a:r>
            <a:endParaRPr lang="en-US" sz="5400" dirty="0">
              <a:latin typeface="Tahoma" panose="020B0604030504040204" pitchFamily="34" charset="0"/>
              <a:ea typeface="Tahoma" panose="020B0604030504040204" pitchFamily="34" charset="0"/>
              <a:cs typeface="Tahoma" panose="020B0604030504040204" pitchFamily="34" charset="0"/>
            </a:endParaRPr>
          </a:p>
        </p:txBody>
      </p:sp>
      <p:sp>
        <p:nvSpPr>
          <p:cNvPr id="17" name="TextBox 16"/>
          <p:cNvSpPr txBox="1"/>
          <p:nvPr/>
        </p:nvSpPr>
        <p:spPr>
          <a:xfrm>
            <a:off x="33103344" y="28429150"/>
            <a:ext cx="6792912" cy="92333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a:spAutoFit/>
          </a:bodyPr>
          <a:lstStyle/>
          <a:p>
            <a:pPr algn="ctr">
              <a:defRPr/>
            </a:pPr>
            <a:r>
              <a:rPr lang="en-US" sz="5400" dirty="0" smtClean="0">
                <a:latin typeface="Tahoma" panose="020B0604030504040204" pitchFamily="34" charset="0"/>
                <a:ea typeface="Tahoma" panose="020B0604030504040204" pitchFamily="34" charset="0"/>
                <a:cs typeface="Tahoma" panose="020B0604030504040204" pitchFamily="34" charset="0"/>
              </a:rPr>
              <a:t>Acknowledgments</a:t>
            </a:r>
            <a:endParaRPr lang="en-US" sz="5400" dirty="0">
              <a:latin typeface="Tahoma" panose="020B0604030504040204" pitchFamily="34" charset="0"/>
              <a:ea typeface="Tahoma" panose="020B0604030504040204" pitchFamily="34" charset="0"/>
              <a:cs typeface="Tahoma" panose="020B0604030504040204" pitchFamily="34" charset="0"/>
            </a:endParaRPr>
          </a:p>
        </p:txBody>
      </p:sp>
      <p:pic>
        <p:nvPicPr>
          <p:cNvPr id="18" name="Picture 17">
            <a:hlinkClick r:id="rId3"/>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2232600" y="1816390"/>
            <a:ext cx="8534400" cy="340655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0" name="Picture 1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517550" y="24765000"/>
            <a:ext cx="10856100" cy="662512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9" name="Rounded Rectangle 18"/>
          <p:cNvSpPr/>
          <p:nvPr/>
        </p:nvSpPr>
        <p:spPr bwMode="auto">
          <a:xfrm>
            <a:off x="30137098" y="20654851"/>
            <a:ext cx="11849102" cy="7436230"/>
          </a:xfrm>
          <a:prstGeom prst="roundRect">
            <a:avLst/>
          </a:prstGeom>
          <a:solidFill>
            <a:srgbClr val="FFFFFF"/>
          </a:solidFill>
          <a:ln w="9525" cap="flat" cmpd="sng" algn="ctr">
            <a:solidFill>
              <a:srgbClr val="000000"/>
            </a:solidFill>
            <a:prstDash val="solid"/>
            <a:round/>
            <a:headEnd type="none" w="med" len="med"/>
            <a:tailEnd type="none" w="med" len="med"/>
          </a:ln>
          <a:effectLst>
            <a:outerShdw blurRad="50800" dist="38100" dir="2700000" algn="tl" rotWithShape="0">
              <a:prstClr val="black">
                <a:alpha val="40000"/>
              </a:prstClr>
            </a:outerShdw>
          </a:effectLst>
        </p:spPr>
        <p:txBody>
          <a:bodyPr/>
          <a:lstStyle>
            <a:lvl1pPr defTabSz="3814763">
              <a:defRPr sz="10000">
                <a:solidFill>
                  <a:schemeClr val="tx1"/>
                </a:solidFill>
                <a:latin typeface="Times New Roman" pitchFamily="18" charset="0"/>
                <a:cs typeface="Arial" charset="0"/>
              </a:defRPr>
            </a:lvl1pPr>
            <a:lvl2pPr marL="742950" indent="-285750" defTabSz="3814763">
              <a:defRPr sz="10000">
                <a:solidFill>
                  <a:schemeClr val="tx1"/>
                </a:solidFill>
                <a:latin typeface="Times New Roman" pitchFamily="18" charset="0"/>
                <a:cs typeface="Arial" charset="0"/>
              </a:defRPr>
            </a:lvl2pPr>
            <a:lvl3pPr marL="1143000" indent="-228600" defTabSz="3814763">
              <a:defRPr sz="10000">
                <a:solidFill>
                  <a:schemeClr val="tx1"/>
                </a:solidFill>
                <a:latin typeface="Times New Roman" pitchFamily="18" charset="0"/>
                <a:cs typeface="Arial" charset="0"/>
              </a:defRPr>
            </a:lvl3pPr>
            <a:lvl4pPr marL="1600200" indent="-228600" defTabSz="3814763">
              <a:defRPr sz="10000">
                <a:solidFill>
                  <a:schemeClr val="tx1"/>
                </a:solidFill>
                <a:latin typeface="Times New Roman" pitchFamily="18" charset="0"/>
                <a:cs typeface="Arial" charset="0"/>
              </a:defRPr>
            </a:lvl4pPr>
            <a:lvl5pPr marL="2057400" indent="-228600" defTabSz="3814763">
              <a:defRPr sz="10000">
                <a:solidFill>
                  <a:schemeClr val="tx1"/>
                </a:solidFill>
                <a:latin typeface="Times New Roman" pitchFamily="18" charset="0"/>
                <a:cs typeface="Arial" charset="0"/>
              </a:defRPr>
            </a:lvl5pPr>
            <a:lvl6pPr marL="2514600" indent="-228600" defTabSz="3814763" fontAlgn="base">
              <a:spcBef>
                <a:spcPct val="0"/>
              </a:spcBef>
              <a:spcAft>
                <a:spcPct val="0"/>
              </a:spcAft>
              <a:defRPr sz="10000">
                <a:solidFill>
                  <a:schemeClr val="tx1"/>
                </a:solidFill>
                <a:latin typeface="Times New Roman" pitchFamily="18" charset="0"/>
                <a:cs typeface="Arial" charset="0"/>
              </a:defRPr>
            </a:lvl6pPr>
            <a:lvl7pPr marL="2971800" indent="-228600" defTabSz="3814763" fontAlgn="base">
              <a:spcBef>
                <a:spcPct val="0"/>
              </a:spcBef>
              <a:spcAft>
                <a:spcPct val="0"/>
              </a:spcAft>
              <a:defRPr sz="10000">
                <a:solidFill>
                  <a:schemeClr val="tx1"/>
                </a:solidFill>
                <a:latin typeface="Times New Roman" pitchFamily="18" charset="0"/>
                <a:cs typeface="Arial" charset="0"/>
              </a:defRPr>
            </a:lvl7pPr>
            <a:lvl8pPr marL="3429000" indent="-228600" defTabSz="3814763" fontAlgn="base">
              <a:spcBef>
                <a:spcPct val="0"/>
              </a:spcBef>
              <a:spcAft>
                <a:spcPct val="0"/>
              </a:spcAft>
              <a:defRPr sz="10000">
                <a:solidFill>
                  <a:schemeClr val="tx1"/>
                </a:solidFill>
                <a:latin typeface="Times New Roman" pitchFamily="18" charset="0"/>
                <a:cs typeface="Arial" charset="0"/>
              </a:defRPr>
            </a:lvl8pPr>
            <a:lvl9pPr marL="3886200" indent="-228600" defTabSz="3814763" fontAlgn="base">
              <a:spcBef>
                <a:spcPct val="0"/>
              </a:spcBef>
              <a:spcAft>
                <a:spcPct val="0"/>
              </a:spcAft>
              <a:defRPr sz="10000">
                <a:solidFill>
                  <a:schemeClr val="tx1"/>
                </a:solidFill>
                <a:latin typeface="Times New Roman" pitchFamily="18" charset="0"/>
                <a:cs typeface="Arial" charset="0"/>
              </a:defRPr>
            </a:lvl9pPr>
          </a:lstStyle>
          <a:p>
            <a:pPr marL="0" marR="0" lvl="0" indent="0" defTabSz="3814763" eaLnBrk="1" fontAlgn="base" latinLnBrk="0" hangingPunct="1">
              <a:lnSpc>
                <a:spcPct val="100000"/>
              </a:lnSpc>
              <a:spcBef>
                <a:spcPct val="0"/>
              </a:spcBef>
              <a:spcAft>
                <a:spcPct val="0"/>
              </a:spcAft>
              <a:buClrTx/>
              <a:buSzTx/>
              <a:buFontTx/>
              <a:buNone/>
              <a:tabLst/>
              <a:defRPr/>
            </a:pPr>
            <a:r>
              <a:rPr lang="en-US" altLang="en-US" sz="3600" kern="0" dirty="0">
                <a:solidFill>
                  <a:srgbClr val="000000"/>
                </a:solidFill>
                <a:latin typeface="Tahoma" panose="020B0604030504040204" pitchFamily="34" charset="0"/>
                <a:ea typeface="Tahoma" panose="020B0604030504040204" pitchFamily="34" charset="0"/>
                <a:cs typeface="Tahoma" panose="020B0604030504040204" pitchFamily="34" charset="0"/>
              </a:rPr>
              <a:t> </a:t>
            </a:r>
            <a:r>
              <a:rPr lang="en-US" altLang="en-US" sz="36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    </a:t>
            </a:r>
          </a:p>
          <a:p>
            <a:pPr marL="0" marR="0" lvl="0" indent="0" defTabSz="3814763" eaLnBrk="1" fontAlgn="base" latinLnBrk="0" hangingPunct="1">
              <a:lnSpc>
                <a:spcPct val="100000"/>
              </a:lnSpc>
              <a:spcBef>
                <a:spcPct val="0"/>
              </a:spcBef>
              <a:spcAft>
                <a:spcPct val="0"/>
              </a:spcAft>
              <a:buClrTx/>
              <a:buSzTx/>
              <a:buFontTx/>
              <a:buNone/>
              <a:tabLst/>
              <a:defRPr/>
            </a:pPr>
            <a:r>
              <a:rPr lang="en-US" altLang="en-US" sz="3600" kern="0" dirty="0">
                <a:solidFill>
                  <a:srgbClr val="000000"/>
                </a:solidFill>
                <a:latin typeface="Tahoma" panose="020B0604030504040204" pitchFamily="34" charset="0"/>
                <a:ea typeface="Tahoma" panose="020B0604030504040204" pitchFamily="34" charset="0"/>
                <a:cs typeface="Tahoma" panose="020B0604030504040204" pitchFamily="34" charset="0"/>
              </a:rPr>
              <a:t> </a:t>
            </a:r>
            <a:r>
              <a:rPr lang="en-US" altLang="en-US" sz="36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    WPS 2.0 Standard is needed to correct the vulnerability. However, it has been a while since the Wi-Fi Alliance have updated WPS standard. Since the organization is slow on fixing the issue, network vendors are recommended to update the router’s firmware to combat the vulnerability. The latest firmware for this project’s router has an option to configure the WPS timeout and is actually effective. However, not all vendors provide support to combat the problem. Ultimately, users can only count on themselves to mitigate the vulnerability. </a:t>
            </a:r>
            <a:endParaRPr kumimoji="0" lang="en-US" altLang="en-US" sz="3600" b="0" i="0" u="none" strike="noStrike" kern="0" cap="none" spc="0" normalizeH="0" baseline="0" noProof="0" dirty="0"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21" name="TextBox 20"/>
          <p:cNvSpPr txBox="1"/>
          <p:nvPr/>
        </p:nvSpPr>
        <p:spPr>
          <a:xfrm>
            <a:off x="32665193" y="20188907"/>
            <a:ext cx="6792912" cy="92333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a:spAutoFit/>
          </a:bodyPr>
          <a:lstStyle/>
          <a:p>
            <a:pPr algn="ctr">
              <a:defRPr/>
            </a:pPr>
            <a:r>
              <a:rPr lang="en-US" sz="5400" dirty="0" smtClean="0">
                <a:latin typeface="Tahoma" panose="020B0604030504040204" pitchFamily="34" charset="0"/>
                <a:ea typeface="Tahoma" panose="020B0604030504040204" pitchFamily="34" charset="0"/>
                <a:cs typeface="Tahoma" panose="020B0604030504040204" pitchFamily="34" charset="0"/>
              </a:rPr>
              <a:t>Conclusion</a:t>
            </a:r>
            <a:endParaRPr lang="en-US" sz="5400" dirty="0">
              <a:latin typeface="Tahoma" panose="020B0604030504040204" pitchFamily="34" charset="0"/>
              <a:ea typeface="Tahoma" panose="020B0604030504040204" pitchFamily="34" charset="0"/>
              <a:cs typeface="Tahoma" panose="020B0604030504040204" pitchFamily="34" charset="0"/>
            </a:endParaRPr>
          </a:p>
        </p:txBody>
      </p:sp>
      <p:pic>
        <p:nvPicPr>
          <p:cNvPr id="11" name="Picture 1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517550" y="12725398"/>
            <a:ext cx="10856100" cy="635780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4802191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723</TotalTime>
  <Words>753</Words>
  <Application>Microsoft Office PowerPoint</Application>
  <PresentationFormat>Custom</PresentationFormat>
  <Paragraphs>50</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Nolan Hu</dc:creator>
  <cp:lastModifiedBy>Jin-Nolan</cp:lastModifiedBy>
  <cp:revision>96</cp:revision>
  <dcterms:created xsi:type="dcterms:W3CDTF">2013-11-20T17:29:51Z</dcterms:created>
  <dcterms:modified xsi:type="dcterms:W3CDTF">2013-12-10T04:49:49Z</dcterms:modified>
</cp:coreProperties>
</file>